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52" r:id="rId1"/>
  </p:sldMasterIdLst>
  <p:notesMasterIdLst>
    <p:notesMasterId r:id="rId58"/>
  </p:notesMasterIdLst>
  <p:sldIdLst>
    <p:sldId id="297" r:id="rId2"/>
    <p:sldId id="268" r:id="rId3"/>
    <p:sldId id="296" r:id="rId4"/>
    <p:sldId id="269" r:id="rId5"/>
    <p:sldId id="264" r:id="rId6"/>
    <p:sldId id="261" r:id="rId7"/>
    <p:sldId id="265" r:id="rId8"/>
    <p:sldId id="266" r:id="rId9"/>
    <p:sldId id="276" r:id="rId10"/>
    <p:sldId id="277" r:id="rId11"/>
    <p:sldId id="270" r:id="rId12"/>
    <p:sldId id="278" r:id="rId13"/>
    <p:sldId id="283" r:id="rId14"/>
    <p:sldId id="286" r:id="rId15"/>
    <p:sldId id="403" r:id="rId16"/>
    <p:sldId id="312" r:id="rId17"/>
    <p:sldId id="311" r:id="rId18"/>
    <p:sldId id="363" r:id="rId19"/>
    <p:sldId id="334" r:id="rId20"/>
    <p:sldId id="326" r:id="rId21"/>
    <p:sldId id="361" r:id="rId22"/>
    <p:sldId id="330" r:id="rId23"/>
    <p:sldId id="329" r:id="rId24"/>
    <p:sldId id="331" r:id="rId25"/>
    <p:sldId id="325" r:id="rId26"/>
    <p:sldId id="362" r:id="rId27"/>
    <p:sldId id="359" r:id="rId28"/>
    <p:sldId id="358" r:id="rId29"/>
    <p:sldId id="368" r:id="rId30"/>
    <p:sldId id="369" r:id="rId31"/>
    <p:sldId id="370" r:id="rId32"/>
    <p:sldId id="318" r:id="rId33"/>
    <p:sldId id="360" r:id="rId34"/>
    <p:sldId id="397" r:id="rId35"/>
    <p:sldId id="322" r:id="rId36"/>
    <p:sldId id="323" r:id="rId37"/>
    <p:sldId id="395" r:id="rId38"/>
    <p:sldId id="324" r:id="rId39"/>
    <p:sldId id="398" r:id="rId40"/>
    <p:sldId id="378" r:id="rId41"/>
    <p:sldId id="379" r:id="rId42"/>
    <p:sldId id="380" r:id="rId43"/>
    <p:sldId id="381" r:id="rId44"/>
    <p:sldId id="352" r:id="rId45"/>
    <p:sldId id="384" r:id="rId46"/>
    <p:sldId id="382" r:id="rId47"/>
    <p:sldId id="385" r:id="rId48"/>
    <p:sldId id="386" r:id="rId49"/>
    <p:sldId id="387" r:id="rId50"/>
    <p:sldId id="388" r:id="rId51"/>
    <p:sldId id="389" r:id="rId52"/>
    <p:sldId id="390" r:id="rId53"/>
    <p:sldId id="391" r:id="rId54"/>
    <p:sldId id="392" r:id="rId55"/>
    <p:sldId id="393" r:id="rId56"/>
    <p:sldId id="394" r:id="rId5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par défaut" id="{9C791093-D365-7845-851D-975A10087269}">
          <p14:sldIdLst>
            <p14:sldId id="297"/>
            <p14:sldId id="268"/>
            <p14:sldId id="296"/>
            <p14:sldId id="269"/>
            <p14:sldId id="264"/>
            <p14:sldId id="261"/>
            <p14:sldId id="265"/>
            <p14:sldId id="266"/>
            <p14:sldId id="276"/>
            <p14:sldId id="277"/>
            <p14:sldId id="270"/>
            <p14:sldId id="278"/>
            <p14:sldId id="283"/>
            <p14:sldId id="286"/>
            <p14:sldId id="403"/>
            <p14:sldId id="312"/>
            <p14:sldId id="311"/>
            <p14:sldId id="363"/>
            <p14:sldId id="334"/>
            <p14:sldId id="326"/>
            <p14:sldId id="361"/>
            <p14:sldId id="330"/>
            <p14:sldId id="329"/>
            <p14:sldId id="331"/>
            <p14:sldId id="325"/>
            <p14:sldId id="362"/>
            <p14:sldId id="359"/>
            <p14:sldId id="358"/>
            <p14:sldId id="368"/>
            <p14:sldId id="369"/>
            <p14:sldId id="370"/>
            <p14:sldId id="318"/>
            <p14:sldId id="360"/>
            <p14:sldId id="397"/>
            <p14:sldId id="322"/>
            <p14:sldId id="323"/>
            <p14:sldId id="395"/>
            <p14:sldId id="324"/>
            <p14:sldId id="398"/>
            <p14:sldId id="378"/>
            <p14:sldId id="379"/>
            <p14:sldId id="380"/>
            <p14:sldId id="381"/>
            <p14:sldId id="352"/>
            <p14:sldId id="384"/>
            <p14:sldId id="382"/>
            <p14:sldId id="385"/>
            <p14:sldId id="386"/>
            <p14:sldId id="387"/>
            <p14:sldId id="388"/>
            <p14:sldId id="389"/>
            <p14:sldId id="390"/>
            <p14:sldId id="391"/>
            <p14:sldId id="392"/>
            <p14:sldId id="393"/>
            <p14:sldId id="394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2DE00"/>
    <a:srgbClr val="21FF00"/>
    <a:srgbClr val="FCDAA5"/>
    <a:srgbClr val="FDD100"/>
    <a:srgbClr val="ECE6D2"/>
    <a:srgbClr val="E8F7FF"/>
    <a:srgbClr val="F2F2F2"/>
    <a:srgbClr val="F1A05A"/>
    <a:srgbClr val="F02F00"/>
    <a:srgbClr val="A5D1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034"/>
    <p:restoredTop sz="94475"/>
  </p:normalViewPr>
  <p:slideViewPr>
    <p:cSldViewPr snapToGrid="0">
      <p:cViewPr>
        <p:scale>
          <a:sx n="129" d="100"/>
          <a:sy n="129" d="100"/>
        </p:scale>
        <p:origin x="-232" y="68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96" d="100"/>
          <a:sy n="96" d="100"/>
        </p:scale>
        <p:origin x="3120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AAA0B5-83AC-1D4C-81E8-4F10B17A02F3}" type="datetimeFigureOut">
              <a:rPr lang="fr-FR" smtClean="0"/>
              <a:t>05/06/2026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202758-3033-DB40-8D44-661E51AE530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415346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202758-3033-DB40-8D44-661E51AE5305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660990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202758-3033-DB40-8D44-661E51AE5305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280944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202758-3033-DB40-8D44-661E51AE5305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557374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Questionner sur l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202758-3033-DB40-8D44-661E51AE5305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80634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Rappeler </a:t>
            </a:r>
            <a:r>
              <a:rPr lang="fr-FR" dirty="0" err="1"/>
              <a:t>dce</a:t>
            </a:r>
            <a:r>
              <a:rPr lang="fr-FR" dirty="0"/>
              <a:t> qu’ins ont v </a:t>
            </a:r>
            <a:r>
              <a:rPr lang="fr-FR" dirty="0" err="1"/>
              <a:t>usur</a:t>
            </a:r>
            <a:r>
              <a:rPr lang="fr-FR" dirty="0"/>
              <a:t> le système </a:t>
            </a:r>
            <a:r>
              <a:rPr lang="fr-FR" dirty="0" err="1"/>
              <a:t>solair</a:t>
            </a:r>
            <a:r>
              <a:rPr lang="fr-FR" dirty="0"/>
              <a:t> avant 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202758-3033-DB40-8D44-661E51AE5305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838279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Mettre peut </a:t>
            </a:r>
            <a:r>
              <a:rPr lang="fr-FR" dirty="0" err="1"/>
              <a:t>etre</a:t>
            </a:r>
            <a:r>
              <a:rPr lang="fr-FR" dirty="0"/>
              <a:t> des images 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202758-3033-DB40-8D44-661E51AE5305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603649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Mettre ce qu’on veut dire sur la diapo 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202758-3033-DB40-8D44-661E51AE5305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171944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On observe des naines rouges qui ont le </a:t>
            </a:r>
            <a:r>
              <a:rPr lang="fr-FR" dirty="0" err="1"/>
              <a:t>meme</a:t>
            </a:r>
            <a:r>
              <a:rPr lang="fr-FR" dirty="0"/>
              <a:t> </a:t>
            </a:r>
            <a:r>
              <a:rPr lang="fr-FR" dirty="0" err="1"/>
              <a:t>age</a:t>
            </a:r>
            <a:r>
              <a:rPr lang="fr-FR" dirty="0"/>
              <a:t> que l’univers </a:t>
            </a:r>
            <a:br>
              <a:rPr lang="fr-FR" dirty="0"/>
            </a:br>
            <a:r>
              <a:rPr lang="fr-FR" dirty="0"/>
              <a:t>d’</a:t>
            </a:r>
            <a:r>
              <a:rPr lang="fr-FR" dirty="0" err="1"/>
              <a:t>apres</a:t>
            </a:r>
            <a:r>
              <a:rPr lang="fr-FR" dirty="0"/>
              <a:t> la théorie, elles peuvent vivre des milliers de milliards d’années </a:t>
            </a:r>
          </a:p>
          <a:p>
            <a:r>
              <a:rPr lang="fr-FR" dirty="0"/>
              <a:t>Différence entre observation et modèles théorique 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202758-3033-DB40-8D44-661E51AE5305}" type="slidenum">
              <a:rPr lang="fr-FR" smtClean="0"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468158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Prendre un ballon 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202758-3033-DB40-8D44-661E51AE5305}" type="slidenum">
              <a:rPr lang="fr-FR" smtClean="0"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517468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Définir la pression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202758-3033-DB40-8D44-661E51AE5305}" type="slidenum">
              <a:rPr lang="fr-FR" smtClean="0"/>
              <a:t>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803255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Dire qu’on retrouve les naines blanches qu’on a déjà vu 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202758-3033-DB40-8D44-661E51AE5305}" type="slidenum">
              <a:rPr lang="fr-FR" smtClean="0"/>
              <a:t>28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77805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202758-3033-DB40-8D44-661E51AE5305}" type="slidenum">
              <a:rPr lang="fr-FR" smtClean="0"/>
              <a:t>30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420487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Super géante rouge;, taille a vérifier 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202758-3033-DB40-8D44-661E51AE5305}" type="slidenum">
              <a:rPr lang="fr-FR" smtClean="0"/>
              <a:t>33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417109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36FF1-9BFA-4E9A-2505-37604C241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D5C75F3-667C-51FF-5646-5FC57E79C3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C296DCE2-A5FE-8303-8E26-B41E328BDC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Super géante rouge;, taille a vérifier 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D0F711C-0FBD-8A63-B269-382BA7C3FC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202758-3033-DB40-8D44-661E51AE5305}" type="slidenum">
              <a:rPr lang="fr-FR" smtClean="0"/>
              <a:t>34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6930774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202758-3033-DB40-8D44-661E51AE5305}" type="slidenum">
              <a:rPr lang="fr-FR" smtClean="0"/>
              <a:t>40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9067808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0AA240-3193-E946-065E-73DC634F5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9FC22A4A-08C5-3B57-67D6-D14160F624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E4C5A82A-2887-A2B4-818C-D0E73796AF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7FD5A39-98BB-E923-9594-43B9A1F7B9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202758-3033-DB40-8D44-661E51AE5305}" type="slidenum">
              <a:rPr lang="fr-FR" smtClean="0"/>
              <a:t>45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8711384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202758-3033-DB40-8D44-661E51AE5305}" type="slidenum">
              <a:rPr lang="fr-FR" smtClean="0"/>
              <a:t>46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916640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0594AF-DB97-B1D9-C064-92023952E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2BD1AABB-86D8-55BD-9596-08D2D7C135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8D8E7B68-5F68-5BC7-37D7-DCA9CF3097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55FD01B-A78F-2ADB-9B05-B2DFC25B02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202758-3033-DB40-8D44-661E51AE5305}" type="slidenum">
              <a:rPr lang="fr-FR" smtClean="0"/>
              <a:t>47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4958233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8B2CA-2A92-18A5-041F-19B5C94B2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96EAE2E-6A33-EF9D-1BA5-F2ED11C0C6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DDC6478C-8CA6-BD7E-96C2-64B7F7EF0F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74D9D78-F74D-A678-85BC-8F8B62A718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202758-3033-DB40-8D44-661E51AE5305}" type="slidenum">
              <a:rPr lang="fr-FR" smtClean="0"/>
              <a:t>48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42069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77CF3A-1C58-6BD6-643E-A5DD11423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DFBD9EE4-BA5F-C87D-5016-C2C7A98284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D2440F8F-2629-D2FE-9B1D-54F4BAE487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B3D7A65-8A01-E8AA-19E5-1D882C3E8D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202758-3033-DB40-8D44-661E51AE5305}" type="slidenum">
              <a:rPr lang="fr-FR" smtClean="0"/>
              <a:t>49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9321045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D32A6-BA86-0FEC-E823-4B69A4450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B83409A8-C131-FCB3-FDBA-AB072E9346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B7AB983A-652A-94E1-DE8E-C4A1CAB25F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BAAF4AC-A57A-BD4C-0CBC-386C8905B6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202758-3033-DB40-8D44-661E51AE5305}" type="slidenum">
              <a:rPr lang="fr-FR" smtClean="0"/>
              <a:t>50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367553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55DC4-A0C0-9DEA-FBD3-88DDC6DA8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D30BCEEE-1806-0DAC-F5F5-D0A774FAEA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262D1BDC-5E1D-76B8-72E9-92EB5885A5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4084734-F476-58E5-EE04-6A9FB5B1AF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202758-3033-DB40-8D44-661E51AE5305}" type="slidenum">
              <a:rPr lang="fr-FR" smtClean="0"/>
              <a:t>51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1503576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A6C64D-1F38-173B-0B88-29C33A74F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D4B4165A-8C10-AFCE-B1FB-40734664B1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247C64A-77D1-BA78-8A59-6426172943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D5F5177-79E7-C871-F55C-58E8D99C64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202758-3033-DB40-8D44-661E51AE5305}" type="slidenum">
              <a:rPr lang="fr-FR" smtClean="0"/>
              <a:t>52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941329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CDA3A-F3BA-BDBB-FEC6-73D0FCD98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BF26740-7490-3913-8569-CD697B90CA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2C8A518A-5E7E-BFC1-A98B-7E66F3C17B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92E9DF4-3119-9635-3447-34669D5225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202758-3033-DB40-8D44-661E51AE5305}" type="slidenum">
              <a:rPr lang="fr-FR" smtClean="0"/>
              <a:t>53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7359879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A29D3-4FEA-FBD6-2520-66821DBAD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F7335BC-DA69-C173-EBE3-C2759C31AB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57DC4CBD-F6AE-E701-248E-5B97D3BCA8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E182CCD-1586-3D59-7C59-7BC22D9739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202758-3033-DB40-8D44-661E51AE5305}" type="slidenum">
              <a:rPr lang="fr-FR" smtClean="0"/>
              <a:t>54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7145993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C0774-0CC8-BD28-BE17-5DED8AC4B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D3D291F0-2296-3402-2E91-6B1D2E3446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A374C25D-CCA5-D3ED-094C-B2C12EDF0E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7B97345-99B6-383E-5188-333B238CA7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202758-3033-DB40-8D44-661E51AE5305}" type="slidenum">
              <a:rPr lang="fr-FR" smtClean="0"/>
              <a:t>55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8673358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F9DF66-27FB-4A57-2C1D-A1BAF1E7F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6A42B140-EFBD-BA2D-00F8-D16FA9E90E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83AFF783-AA45-E700-CED7-BE1837248E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AD080A3-5294-E118-B751-C6347917C6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202758-3033-DB40-8D44-661E51AE5305}" type="slidenum">
              <a:rPr lang="fr-FR" smtClean="0"/>
              <a:t>56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02186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94A64-EBB5-F046-829A-96787D8C4BC2}" type="datetimeFigureOut">
              <a:rPr lang="fr-FR" smtClean="0"/>
              <a:t>05/06/2026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2900E-F568-6541-8772-F1F2B9FF337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681895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94A64-EBB5-F046-829A-96787D8C4BC2}" type="datetimeFigureOut">
              <a:rPr lang="fr-FR" smtClean="0"/>
              <a:t>05/06/2026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2900E-F568-6541-8772-F1F2B9FF337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5740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94A64-EBB5-F046-829A-96787D8C4BC2}" type="datetimeFigureOut">
              <a:rPr lang="fr-FR" smtClean="0"/>
              <a:t>05/06/2026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2900E-F568-6541-8772-F1F2B9FF337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48421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94A64-EBB5-F046-829A-96787D8C4BC2}" type="datetimeFigureOut">
              <a:rPr lang="fr-FR" smtClean="0"/>
              <a:t>05/06/2026</a:t>
            </a:fld>
            <a:endParaRPr lang="fr-FR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2900E-F568-6541-8772-F1F2B9FF337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86554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94A64-EBB5-F046-829A-96787D8C4BC2}" type="datetimeFigureOut">
              <a:rPr lang="fr-FR" smtClean="0"/>
              <a:t>05/06/2026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2900E-F568-6541-8772-F1F2B9FF3376}" type="slidenum">
              <a:rPr lang="fr-FR" smtClean="0"/>
              <a:t>‹N°›</a:t>
            </a:fld>
            <a:endParaRPr lang="fr-FR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22690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94A64-EBB5-F046-829A-96787D8C4BC2}" type="datetimeFigureOut">
              <a:rPr lang="fr-FR" smtClean="0"/>
              <a:t>05/06/2026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2900E-F568-6541-8772-F1F2B9FF337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937557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94A64-EBB5-F046-829A-96787D8C4BC2}" type="datetimeFigureOut">
              <a:rPr lang="fr-FR" smtClean="0"/>
              <a:t>05/06/2026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2900E-F568-6541-8772-F1F2B9FF337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75968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94A64-EBB5-F046-829A-96787D8C4BC2}" type="datetimeFigureOut">
              <a:rPr lang="fr-FR" smtClean="0"/>
              <a:t>05/06/2026</a:t>
            </a:fld>
            <a:endParaRPr lang="fr-FR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2900E-F568-6541-8772-F1F2B9FF337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19896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8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35F94A64-EBB5-F046-829A-96787D8C4BC2}" type="datetimeFigureOut">
              <a:rPr lang="fr-FR" smtClean="0"/>
              <a:t>05/06/2026</a:t>
            </a:fld>
            <a:endParaRPr lang="fr-FR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2900E-F568-6541-8772-F1F2B9FF337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8079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94A64-EBB5-F046-829A-96787D8C4BC2}" type="datetimeFigureOut">
              <a:rPr lang="fr-FR" smtClean="0"/>
              <a:t>05/06/2026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2900E-F568-6541-8772-F1F2B9FF337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042447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94A64-EBB5-F046-829A-96787D8C4BC2}" type="datetimeFigureOut">
              <a:rPr lang="fr-FR" smtClean="0"/>
              <a:t>05/06/2026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2900E-F568-6541-8772-F1F2B9FF337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276502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35F94A64-EBB5-F046-829A-96787D8C4BC2}" type="datetimeFigureOut">
              <a:rPr lang="fr-FR" smtClean="0"/>
              <a:t>05/06/2026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9DC2900E-F568-6541-8772-F1F2B9FF337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38632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g"/><Relationship Id="rId4" Type="http://schemas.openxmlformats.org/officeDocument/2006/relationships/image" Target="../media/image9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g"/><Relationship Id="rId4" Type="http://schemas.openxmlformats.org/officeDocument/2006/relationships/image" Target="../media/image10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jp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jpeg"/><Relationship Id="rId4" Type="http://schemas.openxmlformats.org/officeDocument/2006/relationships/image" Target="../media/image27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jpg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jpg"/><Relationship Id="rId4" Type="http://schemas.openxmlformats.org/officeDocument/2006/relationships/image" Target="../media/image3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jpeg"/><Relationship Id="rId4" Type="http://schemas.openxmlformats.org/officeDocument/2006/relationships/image" Target="../media/image2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jpeg"/><Relationship Id="rId5" Type="http://schemas.openxmlformats.org/officeDocument/2006/relationships/image" Target="../media/image40.png"/><Relationship Id="rId4" Type="http://schemas.openxmlformats.org/officeDocument/2006/relationships/image" Target="../media/image3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jp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microsoft.com/office/2007/relationships/hdphoto" Target="../media/hdphoto1.wdp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7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microsoft.com/office/2007/relationships/hdphoto" Target="../media/hdphoto3.wdp"/><Relationship Id="rId5" Type="http://schemas.openxmlformats.org/officeDocument/2006/relationships/image" Target="../media/image48.png"/><Relationship Id="rId4" Type="http://schemas.microsoft.com/office/2007/relationships/hdphoto" Target="../media/hdphoto2.wdp"/><Relationship Id="rId9" Type="http://schemas.openxmlformats.org/officeDocument/2006/relationships/image" Target="../media/image4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jpe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jp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5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8.jpeg"/><Relationship Id="rId4" Type="http://schemas.openxmlformats.org/officeDocument/2006/relationships/image" Target="../media/image57.jp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e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4.jpe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microsoft.com/office/2007/relationships/hdphoto" Target="../media/hdphoto4.wdp"/><Relationship Id="rId4" Type="http://schemas.openxmlformats.org/officeDocument/2006/relationships/image" Target="../media/image65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6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7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8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9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1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2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3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4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13" Type="http://schemas.openxmlformats.org/officeDocument/2006/relationships/image" Target="../media/image84.png"/><Relationship Id="rId3" Type="http://schemas.openxmlformats.org/officeDocument/2006/relationships/image" Target="../media/image25.png"/><Relationship Id="rId7" Type="http://schemas.openxmlformats.org/officeDocument/2006/relationships/image" Target="../media/image78.png"/><Relationship Id="rId12" Type="http://schemas.openxmlformats.org/officeDocument/2006/relationships/image" Target="../media/image8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7.png"/><Relationship Id="rId11" Type="http://schemas.openxmlformats.org/officeDocument/2006/relationships/image" Target="../media/image82.png"/><Relationship Id="rId5" Type="http://schemas.openxmlformats.org/officeDocument/2006/relationships/image" Target="../media/image76.png"/><Relationship Id="rId10" Type="http://schemas.openxmlformats.org/officeDocument/2006/relationships/image" Target="../media/image81.png"/><Relationship Id="rId4" Type="http://schemas.openxmlformats.org/officeDocument/2006/relationships/image" Target="../media/image75.jpeg"/><Relationship Id="rId9" Type="http://schemas.openxmlformats.org/officeDocument/2006/relationships/image" Target="../media/image80.png"/><Relationship Id="rId14" Type="http://schemas.openxmlformats.org/officeDocument/2006/relationships/image" Target="../media/image8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0ABCAE-17BD-09E9-4211-3DDF8EDFD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2EEE123A-213F-921F-628B-3E243019866E}"/>
              </a:ext>
            </a:extLst>
          </p:cNvPr>
          <p:cNvSpPr txBox="1"/>
          <p:nvPr/>
        </p:nvSpPr>
        <p:spPr>
          <a:xfrm>
            <a:off x="5231890" y="988741"/>
            <a:ext cx="6350510" cy="4880518"/>
          </a:xfrm>
          <a:prstGeom prst="rect">
            <a:avLst/>
          </a:prstGeom>
          <a:noFill/>
          <a:ln>
            <a:noFill/>
          </a:ln>
        </p:spPr>
        <p:txBody>
          <a:bodyPr vert="horz" wrap="square" lIns="274320" tIns="182880" rIns="274320" bIns="182880" rtlCol="0" anchor="ctr" anchorCtr="1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fr-FR" sz="5400" b="1" cap="all" spc="200" noProof="1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Présentation Projet EntreElève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E5BD17F-C95C-40ED-8D04-03295D46FD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38656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203DEB5-0B19-4F8E-84E2-00F5861C96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38656" y="0"/>
            <a:ext cx="3215640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F554A319-92CE-6979-0F36-785F0DC4118B}"/>
              </a:ext>
            </a:extLst>
          </p:cNvPr>
          <p:cNvSpPr txBox="1"/>
          <p:nvPr/>
        </p:nvSpPr>
        <p:spPr>
          <a:xfrm>
            <a:off x="8216900" y="6375400"/>
            <a:ext cx="3866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fr-FR" dirty="0"/>
              <a:t>Enzo CHEN, Raphaël CADIER--GIARD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990225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AB35D1-8462-60D6-879D-CEDACFBCA9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Le nouveau campus de CentraleSupélec à Saclay mise sur les échanges">
            <a:extLst>
              <a:ext uri="{FF2B5EF4-FFF2-40B4-BE49-F238E27FC236}">
                <a16:creationId xmlns:a16="http://schemas.microsoft.com/office/drawing/2014/main" id="{FE4C5547-B42B-3780-AC48-2A2D2BAE075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633" r="27010"/>
          <a:stretch>
            <a:fillRect/>
          </a:stretch>
        </p:blipFill>
        <p:spPr bwMode="auto">
          <a:xfrm>
            <a:off x="4447875" y="-37071"/>
            <a:ext cx="7847097" cy="7049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295732B-2FB3-7F9D-21D2-97B02F6DEA41}"/>
              </a:ext>
            </a:extLst>
          </p:cNvPr>
          <p:cNvSpPr/>
          <p:nvPr/>
        </p:nvSpPr>
        <p:spPr>
          <a:xfrm>
            <a:off x="-148281" y="-37071"/>
            <a:ext cx="8785654" cy="7043352"/>
          </a:xfrm>
          <a:custGeom>
            <a:avLst/>
            <a:gdLst>
              <a:gd name="csX0" fmla="*/ 0 w 6450227"/>
              <a:gd name="csY0" fmla="*/ 0 h 6858000"/>
              <a:gd name="csX1" fmla="*/ 6450227 w 6450227"/>
              <a:gd name="csY1" fmla="*/ 0 h 6858000"/>
              <a:gd name="csX2" fmla="*/ 6450227 w 6450227"/>
              <a:gd name="csY2" fmla="*/ 6858000 h 6858000"/>
              <a:gd name="csX3" fmla="*/ 0 w 6450227"/>
              <a:gd name="csY3" fmla="*/ 6858000 h 6858000"/>
              <a:gd name="csX4" fmla="*/ 0 w 6450227"/>
              <a:gd name="csY4" fmla="*/ 0 h 6858000"/>
              <a:gd name="csX0" fmla="*/ 0 w 8563232"/>
              <a:gd name="csY0" fmla="*/ 0 h 6858000"/>
              <a:gd name="csX1" fmla="*/ 8563232 w 8563232"/>
              <a:gd name="csY1" fmla="*/ 12357 h 6858000"/>
              <a:gd name="csX2" fmla="*/ 6450227 w 8563232"/>
              <a:gd name="csY2" fmla="*/ 6858000 h 6858000"/>
              <a:gd name="csX3" fmla="*/ 0 w 8563232"/>
              <a:gd name="csY3" fmla="*/ 6858000 h 6858000"/>
              <a:gd name="csX4" fmla="*/ 0 w 8563232"/>
              <a:gd name="csY4" fmla="*/ 0 h 6858000"/>
              <a:gd name="csX0" fmla="*/ 0 w 8563232"/>
              <a:gd name="csY0" fmla="*/ 0 h 6870357"/>
              <a:gd name="csX1" fmla="*/ 8563232 w 8563232"/>
              <a:gd name="csY1" fmla="*/ 12357 h 6870357"/>
              <a:gd name="csX2" fmla="*/ 5461686 w 8563232"/>
              <a:gd name="csY2" fmla="*/ 6870357 h 6870357"/>
              <a:gd name="csX3" fmla="*/ 0 w 8563232"/>
              <a:gd name="csY3" fmla="*/ 6858000 h 6870357"/>
              <a:gd name="csX4" fmla="*/ 0 w 8563232"/>
              <a:gd name="csY4" fmla="*/ 0 h 6870357"/>
              <a:gd name="csX0" fmla="*/ 0 w 8587945"/>
              <a:gd name="csY0" fmla="*/ 24714 h 6895071"/>
              <a:gd name="csX1" fmla="*/ 8587945 w 8587945"/>
              <a:gd name="csY1" fmla="*/ 0 h 6895071"/>
              <a:gd name="csX2" fmla="*/ 5461686 w 8587945"/>
              <a:gd name="csY2" fmla="*/ 6895071 h 6895071"/>
              <a:gd name="csX3" fmla="*/ 0 w 8587945"/>
              <a:gd name="csY3" fmla="*/ 6882714 h 6895071"/>
              <a:gd name="csX4" fmla="*/ 0 w 8587945"/>
              <a:gd name="csY4" fmla="*/ 24714 h 68950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8587945" h="6895071">
                <a:moveTo>
                  <a:pt x="0" y="24714"/>
                </a:moveTo>
                <a:lnTo>
                  <a:pt x="8587945" y="0"/>
                </a:lnTo>
                <a:lnTo>
                  <a:pt x="5461686" y="6895071"/>
                </a:lnTo>
                <a:lnTo>
                  <a:pt x="0" y="6882714"/>
                </a:lnTo>
                <a:lnTo>
                  <a:pt x="0" y="24714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C5BD8F35-7FC1-6A03-894B-5A8D3F9F2CF5}"/>
              </a:ext>
            </a:extLst>
          </p:cNvPr>
          <p:cNvSpPr/>
          <p:nvPr/>
        </p:nvSpPr>
        <p:spPr>
          <a:xfrm>
            <a:off x="976185" y="763681"/>
            <a:ext cx="9972839" cy="1791730"/>
          </a:xfrm>
          <a:prstGeom prst="roundRect">
            <a:avLst/>
          </a:prstGeom>
          <a:solidFill>
            <a:schemeClr val="tx1">
              <a:alpha val="26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EFECB966-5EDC-078A-5693-08B649A39771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3578" y="896232"/>
            <a:ext cx="1526628" cy="1526628"/>
          </a:xfrm>
          <a:prstGeom prst="rect">
            <a:avLst/>
          </a:prstGeom>
          <a:noFill/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1DFDCCA1-6FC9-0702-1A25-0ADF175DE955}"/>
              </a:ext>
            </a:extLst>
          </p:cNvPr>
          <p:cNvSpPr txBox="1"/>
          <p:nvPr/>
        </p:nvSpPr>
        <p:spPr>
          <a:xfrm>
            <a:off x="2570206" y="874716"/>
            <a:ext cx="829231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600" dirty="0">
                <a:solidFill>
                  <a:schemeClr val="bg1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CentraleSupélec</a:t>
            </a:r>
          </a:p>
        </p:txBody>
      </p:sp>
    </p:spTree>
    <p:extLst>
      <p:ext uri="{BB962C8B-B14F-4D97-AF65-F5344CB8AC3E}">
        <p14:creationId xmlns:p14="http://schemas.microsoft.com/office/powerpoint/2010/main" val="2160880406"/>
      </p:ext>
    </p:extLst>
  </p:cSld>
  <p:clrMapOvr>
    <a:masterClrMapping/>
  </p:clrMapOvr>
  <p:transition spd="slow" advTm="1000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C4D764-505A-0E0B-4ACB-83C32B156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CentraleSupélec - Aufrande">
            <a:extLst>
              <a:ext uri="{FF2B5EF4-FFF2-40B4-BE49-F238E27FC236}">
                <a16:creationId xmlns:a16="http://schemas.microsoft.com/office/drawing/2014/main" id="{2BC117A8-847E-5A64-F168-DEB2DDB4D1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15048BB2-9B55-6E29-85CC-0254A7053224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3578" y="896232"/>
            <a:ext cx="1526628" cy="1526628"/>
          </a:xfrm>
          <a:prstGeom prst="rect">
            <a:avLst/>
          </a:prstGeom>
          <a:noFill/>
          <a:ln>
            <a:noFill/>
          </a:ln>
          <a:effectLst>
            <a:outerShdw blurRad="144378" dist="76200" dir="5400000" algn="ctr" rotWithShape="0">
              <a:srgbClr val="000000">
                <a:alpha val="57000"/>
              </a:srgbClr>
            </a:outerShdw>
          </a:effectLst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17A21D5E-FD78-FF31-B771-D8D2F1BA3A53}"/>
              </a:ext>
            </a:extLst>
          </p:cNvPr>
          <p:cNvSpPr txBox="1"/>
          <p:nvPr/>
        </p:nvSpPr>
        <p:spPr>
          <a:xfrm>
            <a:off x="2570206" y="874716"/>
            <a:ext cx="8292319" cy="1569660"/>
          </a:xfrm>
          <a:prstGeom prst="rect">
            <a:avLst/>
          </a:prstGeom>
          <a:noFill/>
          <a:ln w="0">
            <a:noFill/>
          </a:ln>
          <a:effectLst>
            <a:outerShdw blurRad="157747" dist="77536" dir="5400000" algn="ctr" rotWithShape="0">
              <a:srgbClr val="000000">
                <a:alpha val="79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fr-FR" sz="9600" dirty="0">
                <a:solidFill>
                  <a:schemeClr val="bg1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CentraleSupélec</a:t>
            </a:r>
          </a:p>
        </p:txBody>
      </p:sp>
    </p:spTree>
    <p:extLst>
      <p:ext uri="{BB962C8B-B14F-4D97-AF65-F5344CB8AC3E}">
        <p14:creationId xmlns:p14="http://schemas.microsoft.com/office/powerpoint/2010/main" val="1534254042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F268BD-796C-81BE-381C-FF227134D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cole">
            <a:extLst>
              <a:ext uri="{FF2B5EF4-FFF2-40B4-BE49-F238E27FC236}">
                <a16:creationId xmlns:a16="http://schemas.microsoft.com/office/drawing/2014/main" id="{364AB605-5FF3-3C4C-1DB5-1294B62984D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10177373" y="-6275605"/>
            <a:ext cx="36709511" cy="18103812"/>
          </a:xfrm>
          <a:prstGeom prst="rect">
            <a:avLst/>
          </a:prstGeom>
        </p:spPr>
      </p:pic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184B1DB6-08EF-B013-B834-76D7970BA666}"/>
              </a:ext>
            </a:extLst>
          </p:cNvPr>
          <p:cNvSpPr/>
          <p:nvPr/>
        </p:nvSpPr>
        <p:spPr>
          <a:xfrm>
            <a:off x="4690721" y="1816061"/>
            <a:ext cx="3917092" cy="46166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" name="Graphique 2" descr="Repère avec un remplissage uni">
            <a:extLst>
              <a:ext uri="{FF2B5EF4-FFF2-40B4-BE49-F238E27FC236}">
                <a16:creationId xmlns:a16="http://schemas.microsoft.com/office/drawing/2014/main" id="{52548379-C539-13B7-6CF3-B0E31E3BFE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22315" y="2238932"/>
            <a:ext cx="500743" cy="500743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1F5E64E1-028B-FFFD-BA1D-CCD0B35356A9}"/>
              </a:ext>
            </a:extLst>
          </p:cNvPr>
          <p:cNvSpPr txBox="1"/>
          <p:nvPr/>
        </p:nvSpPr>
        <p:spPr>
          <a:xfrm>
            <a:off x="4905062" y="1816061"/>
            <a:ext cx="348841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sz="2400" b="1" dirty="0">
                <a:ln w="3175">
                  <a:noFill/>
                  <a:prstDash val="solid"/>
                </a:ln>
              </a:rPr>
              <a:t>Ecole Maurice Barrès 2</a:t>
            </a:r>
          </a:p>
        </p:txBody>
      </p:sp>
    </p:spTree>
    <p:extLst>
      <p:ext uri="{BB962C8B-B14F-4D97-AF65-F5344CB8AC3E}">
        <p14:creationId xmlns:p14="http://schemas.microsoft.com/office/powerpoint/2010/main" val="34542549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nodeType="click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7" dur="1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8" dur="1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0" presetID="12" presetClass="entr" presetSubtype="4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2" dur="500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#ppt_h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up)">
                                          <p:cBhvr>
                                            <p:cTn id="13" dur="5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6" dur="500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#ppt_h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up)">
                                          <p:cBhvr>
                                            <p:cTn id="17" dur="5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9" grpId="0" animBg="1"/>
          <p:bldP spid="8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0" presetID="12" presetClass="entr" presetSubtype="4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2" dur="500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#ppt_h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up)">
                                          <p:cBhvr>
                                            <p:cTn id="13" dur="5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6" dur="500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#ppt_h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up)">
                                          <p:cBhvr>
                                            <p:cTn id="17" dur="5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9" grpId="0" animBg="1"/>
          <p:bldP spid="8" grpId="0"/>
        </p:bldLst>
      </p:timing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etz">
            <a:extLst>
              <a:ext uri="{FF2B5EF4-FFF2-40B4-BE49-F238E27FC236}">
                <a16:creationId xmlns:a16="http://schemas.microsoft.com/office/drawing/2014/main" id="{151E8DC2-23A1-B95D-C2EB-904EBA38B7F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51070813" y="-27043304"/>
            <a:ext cx="119549723" cy="59716488"/>
          </a:xfrm>
          <a:prstGeom prst="rect">
            <a:avLst/>
          </a:prstGeom>
        </p:spPr>
      </p:pic>
      <p:pic>
        <p:nvPicPr>
          <p:cNvPr id="3" name="ecole">
            <a:extLst>
              <a:ext uri="{FF2B5EF4-FFF2-40B4-BE49-F238E27FC236}">
                <a16:creationId xmlns:a16="http://schemas.microsoft.com/office/drawing/2014/main" id="{7AE707F9-B795-9C4B-0310-CF2D0E0B188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-857060" y="0"/>
            <a:ext cx="139061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6198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0">
        <p159:morph option="byObject"/>
      </p:transition>
    </mc:Choice>
    <mc:Fallback xmlns="">
      <p:transition spd="slow" advTm="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urope">
            <a:extLst>
              <a:ext uri="{FF2B5EF4-FFF2-40B4-BE49-F238E27FC236}">
                <a16:creationId xmlns:a16="http://schemas.microsoft.com/office/drawing/2014/main" id="{7EEA2B0E-B951-A7EE-A96C-0C029D66EF1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197441802" y="-121861837"/>
            <a:ext cx="433226337" cy="257439674"/>
          </a:xfrm>
          <a:prstGeom prst="rect">
            <a:avLst/>
          </a:prstGeom>
        </p:spPr>
      </p:pic>
      <p:pic>
        <p:nvPicPr>
          <p:cNvPr id="5" name="metz">
            <a:extLst>
              <a:ext uri="{FF2B5EF4-FFF2-40B4-BE49-F238E27FC236}">
                <a16:creationId xmlns:a16="http://schemas.microsoft.com/office/drawing/2014/main" id="{ED1C7F84-7709-F734-9900-37D8715F778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-1259386" y="0"/>
            <a:ext cx="13729407" cy="6858000"/>
          </a:xfrm>
          <a:prstGeom prst="rect">
            <a:avLst/>
          </a:prstGeom>
        </p:spPr>
      </p:pic>
      <p:pic>
        <p:nvPicPr>
          <p:cNvPr id="3" name="ecole">
            <a:extLst>
              <a:ext uri="{FF2B5EF4-FFF2-40B4-BE49-F238E27FC236}">
                <a16:creationId xmlns:a16="http://schemas.microsoft.com/office/drawing/2014/main" id="{BB7187FE-BDF0-75F2-DB4D-8E889BD531E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 rot="180000">
            <a:off x="4591367" y="3081599"/>
            <a:ext cx="1408861" cy="69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6168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terre">
            <a:extLst>
              <a:ext uri="{FF2B5EF4-FFF2-40B4-BE49-F238E27FC236}">
                <a16:creationId xmlns:a16="http://schemas.microsoft.com/office/drawing/2014/main" id="{52741EEC-323E-F06C-66F9-2523C9BF1D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-18749616" y="-8999425"/>
            <a:ext cx="47218134" cy="28058823"/>
          </a:xfrm>
          <a:prstGeom prst="rect">
            <a:avLst/>
          </a:prstGeom>
        </p:spPr>
      </p:pic>
      <p:pic>
        <p:nvPicPr>
          <p:cNvPr id="3" name="europe">
            <a:extLst>
              <a:ext uri="{FF2B5EF4-FFF2-40B4-BE49-F238E27FC236}">
                <a16:creationId xmlns:a16="http://schemas.microsoft.com/office/drawing/2014/main" id="{13F11804-8DD4-5245-9139-E1B9E66E630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" y="-193476"/>
            <a:ext cx="12191998" cy="7244952"/>
          </a:xfrm>
          <a:prstGeom prst="rect">
            <a:avLst/>
          </a:prstGeom>
        </p:spPr>
      </p:pic>
      <p:pic>
        <p:nvPicPr>
          <p:cNvPr id="4" name="metz">
            <a:extLst>
              <a:ext uri="{FF2B5EF4-FFF2-40B4-BE49-F238E27FC236}">
                <a16:creationId xmlns:a16="http://schemas.microsoft.com/office/drawing/2014/main" id="{7D3837B9-246F-9313-D9C7-B77484EAD4E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684401" y="3160800"/>
            <a:ext cx="3597" cy="1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2095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 advTm="3000">
        <p159:morph option="byObject"/>
      </p:transition>
    </mc:Choice>
    <mc:Fallback xmlns="">
      <p:transition spd="slow" advTm="300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syst sol p1" descr="Une image contenant capture d’écran, Appareils électroniques, Logiciel multimédia, multimédia&#10;&#10;Le contenu généré par l’IA peut être incorrect.">
            <a:extLst>
              <a:ext uri="{FF2B5EF4-FFF2-40B4-BE49-F238E27FC236}">
                <a16:creationId xmlns:a16="http://schemas.microsoft.com/office/drawing/2014/main" id="{87A636FA-15A1-4580-E8F2-B64B11D9D92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762" t="25311" r="13586" b="9728"/>
          <a:stretch>
            <a:fillRect/>
          </a:stretch>
        </p:blipFill>
        <p:spPr>
          <a:xfrm>
            <a:off x="-200776202" y="-117305365"/>
            <a:ext cx="428693985" cy="241140347"/>
          </a:xfrm>
          <a:prstGeom prst="rect">
            <a:avLst/>
          </a:prstGeom>
        </p:spPr>
      </p:pic>
      <p:sp>
        <p:nvSpPr>
          <p:cNvPr id="3" name="Ellipse 2">
            <a:extLst>
              <a:ext uri="{FF2B5EF4-FFF2-40B4-BE49-F238E27FC236}">
                <a16:creationId xmlns:a16="http://schemas.microsoft.com/office/drawing/2014/main" id="{84A0809E-D68F-6A78-89B7-04E1D27ADFC2}"/>
              </a:ext>
            </a:extLst>
          </p:cNvPr>
          <p:cNvSpPr/>
          <p:nvPr/>
        </p:nvSpPr>
        <p:spPr>
          <a:xfrm rot="7587155">
            <a:off x="4893969" y="2572816"/>
            <a:ext cx="36000" cy="36000"/>
          </a:xfrm>
          <a:prstGeom prst="ellipse">
            <a:avLst/>
          </a:prstGeom>
          <a:solidFill>
            <a:schemeClr val="accent2"/>
          </a:solidFill>
          <a:ln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A7C2C3CE-8E2E-7C43-AAE8-0AD3ECE5B8B5}"/>
              </a:ext>
            </a:extLst>
          </p:cNvPr>
          <p:cNvSpPr/>
          <p:nvPr/>
        </p:nvSpPr>
        <p:spPr>
          <a:xfrm rot="7697629">
            <a:off x="3482089" y="1448552"/>
            <a:ext cx="72000" cy="72000"/>
          </a:xfrm>
          <a:prstGeom prst="ellipse">
            <a:avLst/>
          </a:prstGeom>
          <a:ln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F0B8170A-1F4F-31D2-02C6-2008163D6C4F}"/>
              </a:ext>
            </a:extLst>
          </p:cNvPr>
          <p:cNvSpPr/>
          <p:nvPr/>
        </p:nvSpPr>
        <p:spPr>
          <a:xfrm rot="18556088">
            <a:off x="8531360" y="4827136"/>
            <a:ext cx="36000" cy="36000"/>
          </a:xfrm>
          <a:prstGeom prst="ellipse">
            <a:avLst/>
          </a:prstGeom>
          <a:ln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4BA104D2-3F03-0FB6-83B6-6DE39EA0D9C8}"/>
              </a:ext>
            </a:extLst>
          </p:cNvPr>
          <p:cNvSpPr/>
          <p:nvPr/>
        </p:nvSpPr>
        <p:spPr>
          <a:xfrm rot="18872258">
            <a:off x="7426305" y="4539961"/>
            <a:ext cx="108000" cy="108000"/>
          </a:xfrm>
          <a:prstGeom prst="ellipse">
            <a:avLst/>
          </a:prstGeom>
          <a:ln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65986FFD-22D2-6D49-6AA9-84290613C2C7}"/>
              </a:ext>
            </a:extLst>
          </p:cNvPr>
          <p:cNvSpPr/>
          <p:nvPr/>
        </p:nvSpPr>
        <p:spPr>
          <a:xfrm rot="13880925">
            <a:off x="7778788" y="2065273"/>
            <a:ext cx="36000" cy="36000"/>
          </a:xfrm>
          <a:prstGeom prst="ellipse">
            <a:avLst/>
          </a:prstGeom>
          <a:solidFill>
            <a:srgbClr val="9C5E9E"/>
          </a:solidFill>
          <a:ln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8" name="Ellipse 47">
            <a:extLst>
              <a:ext uri="{FF2B5EF4-FFF2-40B4-BE49-F238E27FC236}">
                <a16:creationId xmlns:a16="http://schemas.microsoft.com/office/drawing/2014/main" id="{2360098F-30C0-1E5E-708C-C1E0EF42467F}"/>
              </a:ext>
            </a:extLst>
          </p:cNvPr>
          <p:cNvSpPr/>
          <p:nvPr/>
        </p:nvSpPr>
        <p:spPr>
          <a:xfrm rot="13091520">
            <a:off x="6941372" y="2039944"/>
            <a:ext cx="36000" cy="36000"/>
          </a:xfrm>
          <a:prstGeom prst="ellipse">
            <a:avLst/>
          </a:prstGeom>
          <a:ln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9" name="Ellipse 48">
            <a:extLst>
              <a:ext uri="{FF2B5EF4-FFF2-40B4-BE49-F238E27FC236}">
                <a16:creationId xmlns:a16="http://schemas.microsoft.com/office/drawing/2014/main" id="{046EABB1-A285-CB64-1383-1C393812E457}"/>
              </a:ext>
            </a:extLst>
          </p:cNvPr>
          <p:cNvSpPr/>
          <p:nvPr/>
        </p:nvSpPr>
        <p:spPr>
          <a:xfrm rot="16504045">
            <a:off x="7263454" y="3596940"/>
            <a:ext cx="36000" cy="36000"/>
          </a:xfrm>
          <a:prstGeom prst="ellipse">
            <a:avLst/>
          </a:prstGeom>
          <a:ln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0" name="Ellipse 49">
            <a:extLst>
              <a:ext uri="{FF2B5EF4-FFF2-40B4-BE49-F238E27FC236}">
                <a16:creationId xmlns:a16="http://schemas.microsoft.com/office/drawing/2014/main" id="{F018BF26-9FE5-3D3A-2A10-718E4265660A}"/>
              </a:ext>
            </a:extLst>
          </p:cNvPr>
          <p:cNvSpPr/>
          <p:nvPr/>
        </p:nvSpPr>
        <p:spPr>
          <a:xfrm rot="14891822">
            <a:off x="7538399" y="2948059"/>
            <a:ext cx="36000" cy="36000"/>
          </a:xfrm>
          <a:prstGeom prst="ellipse">
            <a:avLst/>
          </a:prstGeom>
          <a:ln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1" name="Ellipse 50">
            <a:extLst>
              <a:ext uri="{FF2B5EF4-FFF2-40B4-BE49-F238E27FC236}">
                <a16:creationId xmlns:a16="http://schemas.microsoft.com/office/drawing/2014/main" id="{7D5EFB90-7FA0-79D5-0642-11B0A4821519}"/>
              </a:ext>
            </a:extLst>
          </p:cNvPr>
          <p:cNvSpPr/>
          <p:nvPr/>
        </p:nvSpPr>
        <p:spPr>
          <a:xfrm rot="15666865">
            <a:off x="7935900" y="3143287"/>
            <a:ext cx="36000" cy="36000"/>
          </a:xfrm>
          <a:prstGeom prst="ellipse">
            <a:avLst/>
          </a:prstGeom>
          <a:ln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2" name="Ellipse 51">
            <a:extLst>
              <a:ext uri="{FF2B5EF4-FFF2-40B4-BE49-F238E27FC236}">
                <a16:creationId xmlns:a16="http://schemas.microsoft.com/office/drawing/2014/main" id="{F2054BE1-FFB7-0D44-ECE7-63980C5D194A}"/>
              </a:ext>
            </a:extLst>
          </p:cNvPr>
          <p:cNvSpPr/>
          <p:nvPr/>
        </p:nvSpPr>
        <p:spPr>
          <a:xfrm rot="2657783">
            <a:off x="5377687" y="4109075"/>
            <a:ext cx="72000" cy="7200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3" name="Ellipse 52">
            <a:extLst>
              <a:ext uri="{FF2B5EF4-FFF2-40B4-BE49-F238E27FC236}">
                <a16:creationId xmlns:a16="http://schemas.microsoft.com/office/drawing/2014/main" id="{02EC2FDC-F3F2-5079-AA6C-27E50CDB9B54}"/>
              </a:ext>
            </a:extLst>
          </p:cNvPr>
          <p:cNvSpPr/>
          <p:nvPr/>
        </p:nvSpPr>
        <p:spPr>
          <a:xfrm rot="20259948">
            <a:off x="6325415" y="4203810"/>
            <a:ext cx="72000" cy="72000"/>
          </a:xfrm>
          <a:prstGeom prst="ellipse">
            <a:avLst/>
          </a:prstGeom>
          <a:ln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4" name="Ellipse 53">
            <a:extLst>
              <a:ext uri="{FF2B5EF4-FFF2-40B4-BE49-F238E27FC236}">
                <a16:creationId xmlns:a16="http://schemas.microsoft.com/office/drawing/2014/main" id="{89804493-6406-446A-CF7A-50C986B11047}"/>
              </a:ext>
            </a:extLst>
          </p:cNvPr>
          <p:cNvSpPr/>
          <p:nvPr/>
        </p:nvSpPr>
        <p:spPr>
          <a:xfrm rot="13164981">
            <a:off x="7169986" y="2193619"/>
            <a:ext cx="72000" cy="72000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5" name="Ellipse 54">
            <a:extLst>
              <a:ext uri="{FF2B5EF4-FFF2-40B4-BE49-F238E27FC236}">
                <a16:creationId xmlns:a16="http://schemas.microsoft.com/office/drawing/2014/main" id="{F61122B1-3E1F-3B7A-95E7-03D3C50B3F80}"/>
              </a:ext>
            </a:extLst>
          </p:cNvPr>
          <p:cNvSpPr/>
          <p:nvPr/>
        </p:nvSpPr>
        <p:spPr>
          <a:xfrm rot="10322669">
            <a:off x="5914598" y="2763461"/>
            <a:ext cx="72000" cy="72000"/>
          </a:xfrm>
          <a:prstGeom prst="ellipse">
            <a:avLst/>
          </a:prstGeom>
          <a:ln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6" name="Ellipse 55">
            <a:extLst>
              <a:ext uri="{FF2B5EF4-FFF2-40B4-BE49-F238E27FC236}">
                <a16:creationId xmlns:a16="http://schemas.microsoft.com/office/drawing/2014/main" id="{F5FD332A-A8E5-AD50-2D78-2A31FEAE4AF0}"/>
              </a:ext>
            </a:extLst>
          </p:cNvPr>
          <p:cNvSpPr/>
          <p:nvPr/>
        </p:nvSpPr>
        <p:spPr>
          <a:xfrm rot="3817169">
            <a:off x="4672658" y="3938182"/>
            <a:ext cx="36000" cy="36000"/>
          </a:xfrm>
          <a:prstGeom prst="ellipse">
            <a:avLst/>
          </a:prstGeom>
          <a:ln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7" name="Ellipse 56">
            <a:extLst>
              <a:ext uri="{FF2B5EF4-FFF2-40B4-BE49-F238E27FC236}">
                <a16:creationId xmlns:a16="http://schemas.microsoft.com/office/drawing/2014/main" id="{E9CBCC4A-ECB5-77AD-F36E-140CBE9029DC}"/>
              </a:ext>
            </a:extLst>
          </p:cNvPr>
          <p:cNvSpPr/>
          <p:nvPr/>
        </p:nvSpPr>
        <p:spPr>
          <a:xfrm rot="5796404">
            <a:off x="5076810" y="3299241"/>
            <a:ext cx="36000" cy="36000"/>
          </a:xfrm>
          <a:prstGeom prst="ellipse">
            <a:avLst/>
          </a:prstGeom>
          <a:ln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8" name="Ellipse 57">
            <a:extLst>
              <a:ext uri="{FF2B5EF4-FFF2-40B4-BE49-F238E27FC236}">
                <a16:creationId xmlns:a16="http://schemas.microsoft.com/office/drawing/2014/main" id="{FABF71B8-8582-05A3-700F-273DAEA24504}"/>
              </a:ext>
            </a:extLst>
          </p:cNvPr>
          <p:cNvSpPr/>
          <p:nvPr/>
        </p:nvSpPr>
        <p:spPr>
          <a:xfrm rot="2284918">
            <a:off x="5732730" y="3978266"/>
            <a:ext cx="36000" cy="36000"/>
          </a:xfrm>
          <a:prstGeom prst="ellipse">
            <a:avLst/>
          </a:prstGeom>
          <a:ln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9" name="Ellipse 58">
            <a:extLst>
              <a:ext uri="{FF2B5EF4-FFF2-40B4-BE49-F238E27FC236}">
                <a16:creationId xmlns:a16="http://schemas.microsoft.com/office/drawing/2014/main" id="{513DB60C-9BB5-3C73-B023-20A054FC4D22}"/>
              </a:ext>
            </a:extLst>
          </p:cNvPr>
          <p:cNvSpPr/>
          <p:nvPr/>
        </p:nvSpPr>
        <p:spPr>
          <a:xfrm rot="9289793">
            <a:off x="5359687" y="1771362"/>
            <a:ext cx="108000" cy="108000"/>
          </a:xfrm>
          <a:prstGeom prst="ellipse">
            <a:avLst/>
          </a:prstGeom>
          <a:ln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0" name="Ellipse 59">
            <a:extLst>
              <a:ext uri="{FF2B5EF4-FFF2-40B4-BE49-F238E27FC236}">
                <a16:creationId xmlns:a16="http://schemas.microsoft.com/office/drawing/2014/main" id="{612ABE51-D7DE-E16C-9339-495D52F6DB6B}"/>
              </a:ext>
            </a:extLst>
          </p:cNvPr>
          <p:cNvSpPr/>
          <p:nvPr/>
        </p:nvSpPr>
        <p:spPr>
          <a:xfrm rot="18022409">
            <a:off x="6560718" y="3715477"/>
            <a:ext cx="36000" cy="36000"/>
          </a:xfrm>
          <a:prstGeom prst="ellipse">
            <a:avLst/>
          </a:prstGeom>
          <a:ln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1" name="Ellipse 60">
            <a:extLst>
              <a:ext uri="{FF2B5EF4-FFF2-40B4-BE49-F238E27FC236}">
                <a16:creationId xmlns:a16="http://schemas.microsoft.com/office/drawing/2014/main" id="{54EB2446-771C-B210-ECB7-119E586F2C74}"/>
              </a:ext>
            </a:extLst>
          </p:cNvPr>
          <p:cNvSpPr/>
          <p:nvPr/>
        </p:nvSpPr>
        <p:spPr>
          <a:xfrm rot="724419">
            <a:off x="5870463" y="4844595"/>
            <a:ext cx="36000" cy="36000"/>
          </a:xfrm>
          <a:prstGeom prst="ellipse">
            <a:avLst/>
          </a:prstGeom>
          <a:ln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2" name="Ellipse 61">
            <a:extLst>
              <a:ext uri="{FF2B5EF4-FFF2-40B4-BE49-F238E27FC236}">
                <a16:creationId xmlns:a16="http://schemas.microsoft.com/office/drawing/2014/main" id="{213F6724-E9A6-C957-85B1-AA84C5D1C5FC}"/>
              </a:ext>
            </a:extLst>
          </p:cNvPr>
          <p:cNvSpPr/>
          <p:nvPr/>
        </p:nvSpPr>
        <p:spPr>
          <a:xfrm rot="21151517">
            <a:off x="6330181" y="5233658"/>
            <a:ext cx="36000" cy="360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3" name="Ellipse 62">
            <a:extLst>
              <a:ext uri="{FF2B5EF4-FFF2-40B4-BE49-F238E27FC236}">
                <a16:creationId xmlns:a16="http://schemas.microsoft.com/office/drawing/2014/main" id="{5E6E230B-144F-B62C-78D4-9065EB10F6AD}"/>
              </a:ext>
            </a:extLst>
          </p:cNvPr>
          <p:cNvSpPr/>
          <p:nvPr/>
        </p:nvSpPr>
        <p:spPr>
          <a:xfrm rot="2382458">
            <a:off x="4127105" y="5714310"/>
            <a:ext cx="72000" cy="72000"/>
          </a:xfrm>
          <a:prstGeom prst="ellipse">
            <a:avLst/>
          </a:prstGeom>
          <a:ln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4" name="Ellipse 63">
            <a:extLst>
              <a:ext uri="{FF2B5EF4-FFF2-40B4-BE49-F238E27FC236}">
                <a16:creationId xmlns:a16="http://schemas.microsoft.com/office/drawing/2014/main" id="{F1CC619B-47C3-1852-C8F6-B8F9B261996D}"/>
              </a:ext>
            </a:extLst>
          </p:cNvPr>
          <p:cNvSpPr/>
          <p:nvPr/>
        </p:nvSpPr>
        <p:spPr>
          <a:xfrm rot="3392441">
            <a:off x="4221981" y="5050725"/>
            <a:ext cx="36000" cy="36000"/>
          </a:xfrm>
          <a:prstGeom prst="ellipse">
            <a:avLst/>
          </a:prstGeom>
          <a:ln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5" name="Ellipse 64">
            <a:extLst>
              <a:ext uri="{FF2B5EF4-FFF2-40B4-BE49-F238E27FC236}">
                <a16:creationId xmlns:a16="http://schemas.microsoft.com/office/drawing/2014/main" id="{499284E6-1074-2D38-207A-0762AFA725D0}"/>
              </a:ext>
            </a:extLst>
          </p:cNvPr>
          <p:cNvSpPr/>
          <p:nvPr/>
        </p:nvSpPr>
        <p:spPr>
          <a:xfrm rot="11456453">
            <a:off x="6234251" y="3246809"/>
            <a:ext cx="36000" cy="36000"/>
          </a:xfrm>
          <a:prstGeom prst="ellipse">
            <a:avLst/>
          </a:prstGeom>
          <a:ln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6" name="Ellipse 65">
            <a:extLst>
              <a:ext uri="{FF2B5EF4-FFF2-40B4-BE49-F238E27FC236}">
                <a16:creationId xmlns:a16="http://schemas.microsoft.com/office/drawing/2014/main" id="{54786227-35BD-BB75-592C-A27F20868163}"/>
              </a:ext>
            </a:extLst>
          </p:cNvPr>
          <p:cNvSpPr/>
          <p:nvPr/>
        </p:nvSpPr>
        <p:spPr>
          <a:xfrm rot="7365910">
            <a:off x="5501522" y="3187250"/>
            <a:ext cx="36000" cy="36000"/>
          </a:xfrm>
          <a:prstGeom prst="ellipse">
            <a:avLst/>
          </a:prstGeom>
          <a:ln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7" name="Ellipse 66">
            <a:extLst>
              <a:ext uri="{FF2B5EF4-FFF2-40B4-BE49-F238E27FC236}">
                <a16:creationId xmlns:a16="http://schemas.microsoft.com/office/drawing/2014/main" id="{4E02CE5B-4ED0-7D91-ED6F-283BABC367C4}"/>
              </a:ext>
            </a:extLst>
          </p:cNvPr>
          <p:cNvSpPr/>
          <p:nvPr/>
        </p:nvSpPr>
        <p:spPr>
          <a:xfrm rot="12520048">
            <a:off x="6605913" y="2618555"/>
            <a:ext cx="36000" cy="36000"/>
          </a:xfrm>
          <a:prstGeom prst="ellipse">
            <a:avLst/>
          </a:prstGeom>
          <a:ln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8" name="Ellipse 67">
            <a:extLst>
              <a:ext uri="{FF2B5EF4-FFF2-40B4-BE49-F238E27FC236}">
                <a16:creationId xmlns:a16="http://schemas.microsoft.com/office/drawing/2014/main" id="{2F7A995B-D803-5FBA-A581-004707BE1206}"/>
              </a:ext>
            </a:extLst>
          </p:cNvPr>
          <p:cNvSpPr/>
          <p:nvPr/>
        </p:nvSpPr>
        <p:spPr>
          <a:xfrm rot="4450243">
            <a:off x="5813095" y="3578481"/>
            <a:ext cx="108000" cy="108000"/>
          </a:xfrm>
          <a:prstGeom prst="ellipse">
            <a:avLst/>
          </a:prstGeom>
          <a:ln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9" name="Ellipse 68">
            <a:extLst>
              <a:ext uri="{FF2B5EF4-FFF2-40B4-BE49-F238E27FC236}">
                <a16:creationId xmlns:a16="http://schemas.microsoft.com/office/drawing/2014/main" id="{C210D0F8-919F-E732-9936-DF19D40CC1B8}"/>
              </a:ext>
            </a:extLst>
          </p:cNvPr>
          <p:cNvSpPr/>
          <p:nvPr/>
        </p:nvSpPr>
        <p:spPr>
          <a:xfrm rot="18592945">
            <a:off x="8214020" y="5443380"/>
            <a:ext cx="72000" cy="72000"/>
          </a:xfrm>
          <a:prstGeom prst="ellipse">
            <a:avLst/>
          </a:prstGeom>
          <a:ln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0" name="Ellipse 69">
            <a:extLst>
              <a:ext uri="{FF2B5EF4-FFF2-40B4-BE49-F238E27FC236}">
                <a16:creationId xmlns:a16="http://schemas.microsoft.com/office/drawing/2014/main" id="{3D00F1C4-3722-DD57-C496-F8BC9F148D88}"/>
              </a:ext>
            </a:extLst>
          </p:cNvPr>
          <p:cNvSpPr/>
          <p:nvPr/>
        </p:nvSpPr>
        <p:spPr>
          <a:xfrm rot="2761180">
            <a:off x="5083527" y="4554594"/>
            <a:ext cx="36000" cy="36000"/>
          </a:xfrm>
          <a:prstGeom prst="ellipse">
            <a:avLst/>
          </a:prstGeom>
          <a:ln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1" name="Ellipse 70">
            <a:extLst>
              <a:ext uri="{FF2B5EF4-FFF2-40B4-BE49-F238E27FC236}">
                <a16:creationId xmlns:a16="http://schemas.microsoft.com/office/drawing/2014/main" id="{D1AF7746-0321-A144-9B02-968287E91D04}"/>
              </a:ext>
            </a:extLst>
          </p:cNvPr>
          <p:cNvSpPr/>
          <p:nvPr/>
        </p:nvSpPr>
        <p:spPr>
          <a:xfrm rot="20204249">
            <a:off x="7117126" y="5690451"/>
            <a:ext cx="36000" cy="360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2" name="Ellipse 71">
            <a:extLst>
              <a:ext uri="{FF2B5EF4-FFF2-40B4-BE49-F238E27FC236}">
                <a16:creationId xmlns:a16="http://schemas.microsoft.com/office/drawing/2014/main" id="{30C6310E-42A4-904D-64AA-89E8823F2353}"/>
              </a:ext>
            </a:extLst>
          </p:cNvPr>
          <p:cNvSpPr>
            <a:spLocks noChangeAspect="1"/>
          </p:cNvSpPr>
          <p:nvPr/>
        </p:nvSpPr>
        <p:spPr>
          <a:xfrm rot="1312010">
            <a:off x="5555582" y="4754624"/>
            <a:ext cx="54000" cy="54000"/>
          </a:xfrm>
          <a:prstGeom prst="ellipse">
            <a:avLst/>
          </a:prstGeom>
          <a:ln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3" name="Ellipse 72">
            <a:extLst>
              <a:ext uri="{FF2B5EF4-FFF2-40B4-BE49-F238E27FC236}">
                <a16:creationId xmlns:a16="http://schemas.microsoft.com/office/drawing/2014/main" id="{46146C9D-B395-830B-A135-89258E9A0FB6}"/>
              </a:ext>
            </a:extLst>
          </p:cNvPr>
          <p:cNvSpPr/>
          <p:nvPr/>
        </p:nvSpPr>
        <p:spPr>
          <a:xfrm rot="7823467">
            <a:off x="4061845" y="1824083"/>
            <a:ext cx="36000" cy="36000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4" name="Ellipse 73">
            <a:extLst>
              <a:ext uri="{FF2B5EF4-FFF2-40B4-BE49-F238E27FC236}">
                <a16:creationId xmlns:a16="http://schemas.microsoft.com/office/drawing/2014/main" id="{F728C1E0-3875-B4E8-B012-AB9AB02A10E4}"/>
              </a:ext>
            </a:extLst>
          </p:cNvPr>
          <p:cNvSpPr/>
          <p:nvPr/>
        </p:nvSpPr>
        <p:spPr>
          <a:xfrm rot="5793688">
            <a:off x="3920359" y="3331721"/>
            <a:ext cx="72000" cy="72000"/>
          </a:xfrm>
          <a:prstGeom prst="ellipse">
            <a:avLst/>
          </a:prstGeom>
          <a:ln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5" name="Ellipse 74">
            <a:extLst>
              <a:ext uri="{FF2B5EF4-FFF2-40B4-BE49-F238E27FC236}">
                <a16:creationId xmlns:a16="http://schemas.microsoft.com/office/drawing/2014/main" id="{16383E40-C8D3-66FE-292A-B1D4664FEE81}"/>
              </a:ext>
            </a:extLst>
          </p:cNvPr>
          <p:cNvSpPr/>
          <p:nvPr/>
        </p:nvSpPr>
        <p:spPr>
          <a:xfrm rot="6011332">
            <a:off x="3688274" y="3195048"/>
            <a:ext cx="36000" cy="36000"/>
          </a:xfrm>
          <a:prstGeom prst="ellipse">
            <a:avLst/>
          </a:prstGeom>
          <a:solidFill>
            <a:srgbClr val="9C5E9E"/>
          </a:solidFill>
          <a:ln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6" name="Ellipse 75">
            <a:extLst>
              <a:ext uri="{FF2B5EF4-FFF2-40B4-BE49-F238E27FC236}">
                <a16:creationId xmlns:a16="http://schemas.microsoft.com/office/drawing/2014/main" id="{6613C042-65BC-3089-7C58-114F32D669C2}"/>
              </a:ext>
            </a:extLst>
          </p:cNvPr>
          <p:cNvSpPr/>
          <p:nvPr/>
        </p:nvSpPr>
        <p:spPr>
          <a:xfrm rot="4745023">
            <a:off x="3353085" y="4014105"/>
            <a:ext cx="108000" cy="108000"/>
          </a:xfrm>
          <a:prstGeom prst="ellipse">
            <a:avLst/>
          </a:prstGeom>
          <a:ln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7" name="Ellipse 76">
            <a:extLst>
              <a:ext uri="{FF2B5EF4-FFF2-40B4-BE49-F238E27FC236}">
                <a16:creationId xmlns:a16="http://schemas.microsoft.com/office/drawing/2014/main" id="{D0489A7F-01B8-29D6-8D49-F6A696C26617}"/>
              </a:ext>
            </a:extLst>
          </p:cNvPr>
          <p:cNvSpPr/>
          <p:nvPr/>
        </p:nvSpPr>
        <p:spPr>
          <a:xfrm rot="6376397">
            <a:off x="4163787" y="3000982"/>
            <a:ext cx="36000" cy="36000"/>
          </a:xfrm>
          <a:prstGeom prst="ellipse">
            <a:avLst/>
          </a:prstGeom>
          <a:ln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8" name="Ellipse 77">
            <a:extLst>
              <a:ext uri="{FF2B5EF4-FFF2-40B4-BE49-F238E27FC236}">
                <a16:creationId xmlns:a16="http://schemas.microsoft.com/office/drawing/2014/main" id="{8466A5F9-48F7-5D40-F68F-906B200A69AE}"/>
              </a:ext>
            </a:extLst>
          </p:cNvPr>
          <p:cNvSpPr>
            <a:spLocks noChangeAspect="1"/>
          </p:cNvSpPr>
          <p:nvPr/>
        </p:nvSpPr>
        <p:spPr>
          <a:xfrm rot="9027142">
            <a:off x="4824682" y="1207090"/>
            <a:ext cx="54000" cy="54000"/>
          </a:xfrm>
          <a:prstGeom prst="ellipse">
            <a:avLst/>
          </a:prstGeom>
          <a:ln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9" name="Ellipse 78">
            <a:extLst>
              <a:ext uri="{FF2B5EF4-FFF2-40B4-BE49-F238E27FC236}">
                <a16:creationId xmlns:a16="http://schemas.microsoft.com/office/drawing/2014/main" id="{F7CDD342-CC3C-874C-2C26-3B34128E547A}"/>
              </a:ext>
            </a:extLst>
          </p:cNvPr>
          <p:cNvSpPr>
            <a:spLocks noChangeAspect="1"/>
          </p:cNvSpPr>
          <p:nvPr/>
        </p:nvSpPr>
        <p:spPr>
          <a:xfrm rot="11087091">
            <a:off x="6235410" y="2113421"/>
            <a:ext cx="54000" cy="54000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0" name="Ellipse 79">
            <a:extLst>
              <a:ext uri="{FF2B5EF4-FFF2-40B4-BE49-F238E27FC236}">
                <a16:creationId xmlns:a16="http://schemas.microsoft.com/office/drawing/2014/main" id="{46389044-E33F-377B-34F2-1FE92609810C}"/>
              </a:ext>
            </a:extLst>
          </p:cNvPr>
          <p:cNvSpPr>
            <a:spLocks noChangeAspect="1"/>
          </p:cNvSpPr>
          <p:nvPr/>
        </p:nvSpPr>
        <p:spPr>
          <a:xfrm rot="18305046">
            <a:off x="7336408" y="4230255"/>
            <a:ext cx="54000" cy="54000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1" name="Ellipse 80">
            <a:extLst>
              <a:ext uri="{FF2B5EF4-FFF2-40B4-BE49-F238E27FC236}">
                <a16:creationId xmlns:a16="http://schemas.microsoft.com/office/drawing/2014/main" id="{31812470-AF29-7B78-51A8-56CDDAF7AAF3}"/>
              </a:ext>
            </a:extLst>
          </p:cNvPr>
          <p:cNvSpPr>
            <a:spLocks noChangeAspect="1"/>
          </p:cNvSpPr>
          <p:nvPr/>
        </p:nvSpPr>
        <p:spPr>
          <a:xfrm rot="13616198">
            <a:off x="8950715" y="1135172"/>
            <a:ext cx="54000" cy="54000"/>
          </a:xfrm>
          <a:prstGeom prst="ellipse">
            <a:avLst/>
          </a:prstGeom>
          <a:ln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2" name="Ellipse 81">
            <a:extLst>
              <a:ext uri="{FF2B5EF4-FFF2-40B4-BE49-F238E27FC236}">
                <a16:creationId xmlns:a16="http://schemas.microsoft.com/office/drawing/2014/main" id="{54A03428-77B4-8520-16A3-F1F9EB2EDE6D}"/>
              </a:ext>
            </a:extLst>
          </p:cNvPr>
          <p:cNvSpPr/>
          <p:nvPr/>
        </p:nvSpPr>
        <p:spPr>
          <a:xfrm rot="15232011">
            <a:off x="8589597" y="2879151"/>
            <a:ext cx="72000" cy="72000"/>
          </a:xfrm>
          <a:prstGeom prst="ellipse">
            <a:avLst/>
          </a:prstGeom>
          <a:ln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3" name="Ellipse 82">
            <a:extLst>
              <a:ext uri="{FF2B5EF4-FFF2-40B4-BE49-F238E27FC236}">
                <a16:creationId xmlns:a16="http://schemas.microsoft.com/office/drawing/2014/main" id="{D0D401B8-D1C0-749A-B7AD-D2E931787A0F}"/>
              </a:ext>
            </a:extLst>
          </p:cNvPr>
          <p:cNvSpPr/>
          <p:nvPr/>
        </p:nvSpPr>
        <p:spPr>
          <a:xfrm rot="4815391">
            <a:off x="2994314" y="3787145"/>
            <a:ext cx="36000" cy="36000"/>
          </a:xfrm>
          <a:prstGeom prst="ellipse">
            <a:avLst/>
          </a:prstGeom>
          <a:ln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4" name="Ellipse 83">
            <a:extLst>
              <a:ext uri="{FF2B5EF4-FFF2-40B4-BE49-F238E27FC236}">
                <a16:creationId xmlns:a16="http://schemas.microsoft.com/office/drawing/2014/main" id="{43BC264B-39C9-CFDD-F1CA-6E9B822A247D}"/>
              </a:ext>
            </a:extLst>
          </p:cNvPr>
          <p:cNvSpPr/>
          <p:nvPr/>
        </p:nvSpPr>
        <p:spPr>
          <a:xfrm rot="12793409">
            <a:off x="7735643" y="998473"/>
            <a:ext cx="36000" cy="36000"/>
          </a:xfrm>
          <a:prstGeom prst="ellipse">
            <a:avLst/>
          </a:prstGeom>
          <a:ln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5" name="Ellipse 84">
            <a:extLst>
              <a:ext uri="{FF2B5EF4-FFF2-40B4-BE49-F238E27FC236}">
                <a16:creationId xmlns:a16="http://schemas.microsoft.com/office/drawing/2014/main" id="{74CD8A92-9551-C76F-0E6A-7C33CFEA8DB1}"/>
              </a:ext>
            </a:extLst>
          </p:cNvPr>
          <p:cNvSpPr/>
          <p:nvPr/>
        </p:nvSpPr>
        <p:spPr>
          <a:xfrm rot="13569065">
            <a:off x="6287967" y="3405440"/>
            <a:ext cx="36000" cy="36000"/>
          </a:xfrm>
          <a:prstGeom prst="ellipse">
            <a:avLst/>
          </a:prstGeom>
          <a:ln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6" name="Ellipse 85">
            <a:extLst>
              <a:ext uri="{FF2B5EF4-FFF2-40B4-BE49-F238E27FC236}">
                <a16:creationId xmlns:a16="http://schemas.microsoft.com/office/drawing/2014/main" id="{08148FB4-032B-98F8-74BE-EC608092A0FF}"/>
              </a:ext>
            </a:extLst>
          </p:cNvPr>
          <p:cNvSpPr>
            <a:spLocks noChangeAspect="1"/>
          </p:cNvSpPr>
          <p:nvPr/>
        </p:nvSpPr>
        <p:spPr>
          <a:xfrm rot="3425109">
            <a:off x="2929413" y="5363508"/>
            <a:ext cx="54000" cy="54000"/>
          </a:xfrm>
          <a:prstGeom prst="ellipse">
            <a:avLst/>
          </a:prstGeom>
          <a:ln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7" name="Ellipse 86">
            <a:extLst>
              <a:ext uri="{FF2B5EF4-FFF2-40B4-BE49-F238E27FC236}">
                <a16:creationId xmlns:a16="http://schemas.microsoft.com/office/drawing/2014/main" id="{79E900F3-5EAC-3894-C3EB-B835874EB4E1}"/>
              </a:ext>
            </a:extLst>
          </p:cNvPr>
          <p:cNvSpPr/>
          <p:nvPr/>
        </p:nvSpPr>
        <p:spPr>
          <a:xfrm rot="7610652">
            <a:off x="1471155" y="1076848"/>
            <a:ext cx="72000" cy="72000"/>
          </a:xfrm>
          <a:prstGeom prst="ellipse">
            <a:avLst/>
          </a:prstGeom>
          <a:ln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8" name="Ellipse 87">
            <a:extLst>
              <a:ext uri="{FF2B5EF4-FFF2-40B4-BE49-F238E27FC236}">
                <a16:creationId xmlns:a16="http://schemas.microsoft.com/office/drawing/2014/main" id="{80115BF6-7423-D6DA-6000-1D3223764CF8}"/>
              </a:ext>
            </a:extLst>
          </p:cNvPr>
          <p:cNvSpPr/>
          <p:nvPr/>
        </p:nvSpPr>
        <p:spPr>
          <a:xfrm rot="6984852">
            <a:off x="2050911" y="1452379"/>
            <a:ext cx="36000" cy="36000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9" name="Ellipse 88">
            <a:extLst>
              <a:ext uri="{FF2B5EF4-FFF2-40B4-BE49-F238E27FC236}">
                <a16:creationId xmlns:a16="http://schemas.microsoft.com/office/drawing/2014/main" id="{8801E857-F964-B7FA-FD94-9E5501BFBB3D}"/>
              </a:ext>
            </a:extLst>
          </p:cNvPr>
          <p:cNvSpPr>
            <a:spLocks noChangeAspect="1"/>
          </p:cNvSpPr>
          <p:nvPr/>
        </p:nvSpPr>
        <p:spPr>
          <a:xfrm rot="7837443">
            <a:off x="2813748" y="835386"/>
            <a:ext cx="54000" cy="54000"/>
          </a:xfrm>
          <a:prstGeom prst="ellipse">
            <a:avLst/>
          </a:prstGeom>
          <a:ln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0" name="Ellipse 89">
            <a:extLst>
              <a:ext uri="{FF2B5EF4-FFF2-40B4-BE49-F238E27FC236}">
                <a16:creationId xmlns:a16="http://schemas.microsoft.com/office/drawing/2014/main" id="{79BAB0CC-5900-2C9B-4E2E-FFCE6C5C696B}"/>
              </a:ext>
            </a:extLst>
          </p:cNvPr>
          <p:cNvSpPr/>
          <p:nvPr/>
        </p:nvSpPr>
        <p:spPr>
          <a:xfrm rot="4628743">
            <a:off x="2110145" y="4878020"/>
            <a:ext cx="72000" cy="72000"/>
          </a:xfrm>
          <a:prstGeom prst="ellipse">
            <a:avLst/>
          </a:prstGeom>
          <a:ln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1" name="Ellipse 90">
            <a:extLst>
              <a:ext uri="{FF2B5EF4-FFF2-40B4-BE49-F238E27FC236}">
                <a16:creationId xmlns:a16="http://schemas.microsoft.com/office/drawing/2014/main" id="{42531DEF-6D07-7864-02AC-2DB7BD9E8166}"/>
              </a:ext>
            </a:extLst>
          </p:cNvPr>
          <p:cNvSpPr/>
          <p:nvPr/>
        </p:nvSpPr>
        <p:spPr>
          <a:xfrm rot="4084875">
            <a:off x="2004833" y="5532989"/>
            <a:ext cx="36000" cy="36000"/>
          </a:xfrm>
          <a:prstGeom prst="ellipse">
            <a:avLst/>
          </a:prstGeom>
          <a:solidFill>
            <a:srgbClr val="9C5E9E"/>
          </a:solidFill>
          <a:ln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2" name="Ellipse 91">
            <a:extLst>
              <a:ext uri="{FF2B5EF4-FFF2-40B4-BE49-F238E27FC236}">
                <a16:creationId xmlns:a16="http://schemas.microsoft.com/office/drawing/2014/main" id="{9F3B90CA-7A12-F862-298D-B146208E9D9A}"/>
              </a:ext>
            </a:extLst>
          </p:cNvPr>
          <p:cNvSpPr/>
          <p:nvPr/>
        </p:nvSpPr>
        <p:spPr>
          <a:xfrm rot="4535214">
            <a:off x="2353573" y="4547281"/>
            <a:ext cx="36000" cy="36000"/>
          </a:xfrm>
          <a:prstGeom prst="ellipse">
            <a:avLst/>
          </a:prstGeom>
          <a:ln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3" name="Ellipse 92">
            <a:extLst>
              <a:ext uri="{FF2B5EF4-FFF2-40B4-BE49-F238E27FC236}">
                <a16:creationId xmlns:a16="http://schemas.microsoft.com/office/drawing/2014/main" id="{A913693A-298D-2EBF-4428-3F998B69F9E8}"/>
              </a:ext>
            </a:extLst>
          </p:cNvPr>
          <p:cNvSpPr/>
          <p:nvPr/>
        </p:nvSpPr>
        <p:spPr>
          <a:xfrm rot="6876188">
            <a:off x="2760214" y="2160948"/>
            <a:ext cx="36000" cy="36000"/>
          </a:xfrm>
          <a:prstGeom prst="ellipse">
            <a:avLst/>
          </a:prstGeom>
          <a:ln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4" name="Ellipse 93">
            <a:extLst>
              <a:ext uri="{FF2B5EF4-FFF2-40B4-BE49-F238E27FC236}">
                <a16:creationId xmlns:a16="http://schemas.microsoft.com/office/drawing/2014/main" id="{3EB821D6-1F14-335B-4F69-EFABC7AF444E}"/>
              </a:ext>
            </a:extLst>
          </p:cNvPr>
          <p:cNvSpPr/>
          <p:nvPr/>
        </p:nvSpPr>
        <p:spPr>
          <a:xfrm rot="6736435">
            <a:off x="3035290" y="2419834"/>
            <a:ext cx="36000" cy="360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5" name="Ellipse 94">
            <a:extLst>
              <a:ext uri="{FF2B5EF4-FFF2-40B4-BE49-F238E27FC236}">
                <a16:creationId xmlns:a16="http://schemas.microsoft.com/office/drawing/2014/main" id="{845FFDFA-4E45-3599-DF96-69AD5736498F}"/>
              </a:ext>
            </a:extLst>
          </p:cNvPr>
          <p:cNvSpPr>
            <a:spLocks noChangeAspect="1"/>
          </p:cNvSpPr>
          <p:nvPr/>
        </p:nvSpPr>
        <p:spPr>
          <a:xfrm rot="6180052">
            <a:off x="2395368" y="2701394"/>
            <a:ext cx="54000" cy="54000"/>
          </a:xfrm>
          <a:prstGeom prst="ellipse">
            <a:avLst/>
          </a:prstGeom>
          <a:ln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6" name="Ellipse 95">
            <a:extLst>
              <a:ext uri="{FF2B5EF4-FFF2-40B4-BE49-F238E27FC236}">
                <a16:creationId xmlns:a16="http://schemas.microsoft.com/office/drawing/2014/main" id="{2F584D16-F7BA-8978-C285-8DEC55A54B3A}"/>
              </a:ext>
            </a:extLst>
          </p:cNvPr>
          <p:cNvSpPr/>
          <p:nvPr/>
        </p:nvSpPr>
        <p:spPr>
          <a:xfrm rot="15901294">
            <a:off x="9529300" y="3176128"/>
            <a:ext cx="108000" cy="108000"/>
          </a:xfrm>
          <a:prstGeom prst="ellipse">
            <a:avLst/>
          </a:prstGeom>
          <a:ln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7" name="Ellipse 96">
            <a:extLst>
              <a:ext uri="{FF2B5EF4-FFF2-40B4-BE49-F238E27FC236}">
                <a16:creationId xmlns:a16="http://schemas.microsoft.com/office/drawing/2014/main" id="{AE07E833-E60A-8A0D-7E56-DA92956254B7}"/>
              </a:ext>
            </a:extLst>
          </p:cNvPr>
          <p:cNvSpPr/>
          <p:nvPr/>
        </p:nvSpPr>
        <p:spPr>
          <a:xfrm rot="14751609">
            <a:off x="9266956" y="2232774"/>
            <a:ext cx="36000" cy="36000"/>
          </a:xfrm>
          <a:prstGeom prst="ellipse">
            <a:avLst/>
          </a:prstGeom>
          <a:ln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8" name="Ellipse 97">
            <a:extLst>
              <a:ext uri="{FF2B5EF4-FFF2-40B4-BE49-F238E27FC236}">
                <a16:creationId xmlns:a16="http://schemas.microsoft.com/office/drawing/2014/main" id="{64C1FB91-9FA0-60BE-9206-A18ABCC5E8AB}"/>
              </a:ext>
            </a:extLst>
          </p:cNvPr>
          <p:cNvSpPr/>
          <p:nvPr/>
        </p:nvSpPr>
        <p:spPr>
          <a:xfrm rot="14055717">
            <a:off x="9541901" y="1583893"/>
            <a:ext cx="36000" cy="36000"/>
          </a:xfrm>
          <a:prstGeom prst="ellipse">
            <a:avLst/>
          </a:prstGeom>
          <a:ln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9" name="Ellipse 98">
            <a:extLst>
              <a:ext uri="{FF2B5EF4-FFF2-40B4-BE49-F238E27FC236}">
                <a16:creationId xmlns:a16="http://schemas.microsoft.com/office/drawing/2014/main" id="{27DCCC16-2983-5303-E437-B62A7335AA92}"/>
              </a:ext>
            </a:extLst>
          </p:cNvPr>
          <p:cNvSpPr/>
          <p:nvPr/>
        </p:nvSpPr>
        <p:spPr>
          <a:xfrm rot="14550943">
            <a:off x="9939402" y="1779121"/>
            <a:ext cx="36000" cy="36000"/>
          </a:xfrm>
          <a:prstGeom prst="ellipse">
            <a:avLst/>
          </a:prstGeom>
          <a:ln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0" name="Ellipse 99">
            <a:extLst>
              <a:ext uri="{FF2B5EF4-FFF2-40B4-BE49-F238E27FC236}">
                <a16:creationId xmlns:a16="http://schemas.microsoft.com/office/drawing/2014/main" id="{9E6BAABB-E7C0-D969-4E7E-97D8CA100562}"/>
              </a:ext>
            </a:extLst>
          </p:cNvPr>
          <p:cNvSpPr>
            <a:spLocks noChangeAspect="1"/>
          </p:cNvSpPr>
          <p:nvPr/>
        </p:nvSpPr>
        <p:spPr>
          <a:xfrm rot="15704993">
            <a:off x="9339910" y="2866089"/>
            <a:ext cx="54000" cy="54000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1" name="Ellipse 100">
            <a:extLst>
              <a:ext uri="{FF2B5EF4-FFF2-40B4-BE49-F238E27FC236}">
                <a16:creationId xmlns:a16="http://schemas.microsoft.com/office/drawing/2014/main" id="{7DAE0F6C-B910-3083-917D-23420C196CDA}"/>
              </a:ext>
            </a:extLst>
          </p:cNvPr>
          <p:cNvSpPr/>
          <p:nvPr/>
        </p:nvSpPr>
        <p:spPr>
          <a:xfrm rot="15961989">
            <a:off x="9515709" y="3468047"/>
            <a:ext cx="36000" cy="360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2" name="Ellipse 101">
            <a:extLst>
              <a:ext uri="{FF2B5EF4-FFF2-40B4-BE49-F238E27FC236}">
                <a16:creationId xmlns:a16="http://schemas.microsoft.com/office/drawing/2014/main" id="{FC28533B-F6DD-4EDA-BA2C-B68DD9FA6AB7}"/>
              </a:ext>
            </a:extLst>
          </p:cNvPr>
          <p:cNvSpPr/>
          <p:nvPr/>
        </p:nvSpPr>
        <p:spPr>
          <a:xfrm rot="1684702">
            <a:off x="5376485" y="5660370"/>
            <a:ext cx="36000" cy="36000"/>
          </a:xfrm>
          <a:prstGeom prst="ellipse">
            <a:avLst/>
          </a:prstGeom>
          <a:ln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3" name="Ellipse 102">
            <a:extLst>
              <a:ext uri="{FF2B5EF4-FFF2-40B4-BE49-F238E27FC236}">
                <a16:creationId xmlns:a16="http://schemas.microsoft.com/office/drawing/2014/main" id="{348D7430-FF03-E55B-3C91-20062476F956}"/>
              </a:ext>
            </a:extLst>
          </p:cNvPr>
          <p:cNvSpPr/>
          <p:nvPr/>
        </p:nvSpPr>
        <p:spPr>
          <a:xfrm rot="1072254">
            <a:off x="5605099" y="5814045"/>
            <a:ext cx="72000" cy="72000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5" name="terre">
            <a:extLst>
              <a:ext uri="{FF2B5EF4-FFF2-40B4-BE49-F238E27FC236}">
                <a16:creationId xmlns:a16="http://schemas.microsoft.com/office/drawing/2014/main" id="{7538BA9A-3D99-39C0-DF3E-E6DFEBB650F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11176" y="-5898"/>
            <a:ext cx="11550750" cy="6863897"/>
          </a:xfrm>
          <a:prstGeom prst="rect">
            <a:avLst/>
          </a:prstGeom>
        </p:spPr>
      </p:pic>
      <p:pic>
        <p:nvPicPr>
          <p:cNvPr id="2" name="europe">
            <a:extLst>
              <a:ext uri="{FF2B5EF4-FFF2-40B4-BE49-F238E27FC236}">
                <a16:creationId xmlns:a16="http://schemas.microsoft.com/office/drawing/2014/main" id="{063F1AB1-ADAE-C1F3-52FA-9B4DA524954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278" b="1278"/>
          <a:stretch/>
        </p:blipFill>
        <p:spPr>
          <a:xfrm>
            <a:off x="6214841" y="2995635"/>
            <a:ext cx="78955" cy="45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30478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CB8440-BE2D-27A7-D7AC-25F935F16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llipse 4">
            <a:extLst>
              <a:ext uri="{FF2B5EF4-FFF2-40B4-BE49-F238E27FC236}">
                <a16:creationId xmlns:a16="http://schemas.microsoft.com/office/drawing/2014/main" id="{C20B6A25-33FA-C055-86C8-5CCB0F86D56A}"/>
              </a:ext>
            </a:extLst>
          </p:cNvPr>
          <p:cNvSpPr/>
          <p:nvPr/>
        </p:nvSpPr>
        <p:spPr>
          <a:xfrm rot="7587155" flipH="1">
            <a:off x="-858686" y="-4397366"/>
            <a:ext cx="45719" cy="5415278"/>
          </a:xfrm>
          <a:prstGeom prst="ellipse">
            <a:avLst/>
          </a:prstGeom>
          <a:solidFill>
            <a:schemeClr val="accent2"/>
          </a:solidFill>
          <a:ln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C8DE6D66-345B-A019-E37F-FD1ECF07E4C7}"/>
              </a:ext>
            </a:extLst>
          </p:cNvPr>
          <p:cNvSpPr/>
          <p:nvPr/>
        </p:nvSpPr>
        <p:spPr>
          <a:xfrm rot="7697629" flipH="1">
            <a:off x="-698123" y="-4587121"/>
            <a:ext cx="45719" cy="5464462"/>
          </a:xfrm>
          <a:prstGeom prst="ellipse">
            <a:avLst/>
          </a:prstGeom>
          <a:ln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3101806E-54F0-E43F-95CF-223A1832C074}"/>
              </a:ext>
            </a:extLst>
          </p:cNvPr>
          <p:cNvSpPr/>
          <p:nvPr/>
        </p:nvSpPr>
        <p:spPr>
          <a:xfrm rot="18556088" flipV="1">
            <a:off x="12080281" y="6196402"/>
            <a:ext cx="77553" cy="4911740"/>
          </a:xfrm>
          <a:prstGeom prst="ellipse">
            <a:avLst/>
          </a:prstGeom>
          <a:ln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28E8F391-AD6E-12F0-A325-12538A9A3FD2}"/>
              </a:ext>
            </a:extLst>
          </p:cNvPr>
          <p:cNvSpPr/>
          <p:nvPr/>
        </p:nvSpPr>
        <p:spPr>
          <a:xfrm rot="18872258" flipH="1">
            <a:off x="11477877" y="6325437"/>
            <a:ext cx="57868" cy="5340189"/>
          </a:xfrm>
          <a:prstGeom prst="ellipse">
            <a:avLst/>
          </a:prstGeom>
          <a:ln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7EBA981B-BF95-95F0-C6D3-B0A55D8C158D}"/>
              </a:ext>
            </a:extLst>
          </p:cNvPr>
          <p:cNvSpPr/>
          <p:nvPr/>
        </p:nvSpPr>
        <p:spPr>
          <a:xfrm rot="13880925" flipH="1">
            <a:off x="12169140" y="-4084383"/>
            <a:ext cx="45719" cy="4912300"/>
          </a:xfrm>
          <a:prstGeom prst="ellipse">
            <a:avLst/>
          </a:prstGeom>
          <a:solidFill>
            <a:srgbClr val="9C5E9E"/>
          </a:solidFill>
          <a:ln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0566E064-C901-83D4-5F95-64D8F779DAD1}"/>
              </a:ext>
            </a:extLst>
          </p:cNvPr>
          <p:cNvSpPr/>
          <p:nvPr/>
        </p:nvSpPr>
        <p:spPr>
          <a:xfrm rot="13091520" flipH="1">
            <a:off x="10734315" y="-5714859"/>
            <a:ext cx="45719" cy="6177092"/>
          </a:xfrm>
          <a:prstGeom prst="ellipse">
            <a:avLst/>
          </a:prstGeom>
          <a:ln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EF9759FB-10BC-14F6-3AF9-0A18D9BA5807}"/>
              </a:ext>
            </a:extLst>
          </p:cNvPr>
          <p:cNvSpPr/>
          <p:nvPr/>
        </p:nvSpPr>
        <p:spPr>
          <a:xfrm rot="16504045" flipV="1">
            <a:off x="16418577" y="421315"/>
            <a:ext cx="45719" cy="8030319"/>
          </a:xfrm>
          <a:prstGeom prst="ellipse">
            <a:avLst/>
          </a:prstGeom>
          <a:ln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053F5BE0-86BF-AEC2-E803-429491522BED}"/>
              </a:ext>
            </a:extLst>
          </p:cNvPr>
          <p:cNvSpPr/>
          <p:nvPr/>
        </p:nvSpPr>
        <p:spPr>
          <a:xfrm rot="14891822">
            <a:off x="15012817" y="-3253798"/>
            <a:ext cx="70168" cy="6009938"/>
          </a:xfrm>
          <a:prstGeom prst="ellipse">
            <a:avLst/>
          </a:prstGeom>
          <a:ln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557AA963-62D3-1D94-86DA-499FFC9205AF}"/>
              </a:ext>
            </a:extLst>
          </p:cNvPr>
          <p:cNvSpPr/>
          <p:nvPr/>
        </p:nvSpPr>
        <p:spPr>
          <a:xfrm rot="15666865" flipH="1">
            <a:off x="15548110" y="-1443379"/>
            <a:ext cx="45719" cy="6531991"/>
          </a:xfrm>
          <a:prstGeom prst="ellipse">
            <a:avLst/>
          </a:prstGeom>
          <a:ln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448C5451-B3D1-4D24-C104-AE7F16EDEF23}"/>
              </a:ext>
            </a:extLst>
          </p:cNvPr>
          <p:cNvSpPr/>
          <p:nvPr/>
        </p:nvSpPr>
        <p:spPr>
          <a:xfrm rot="2657783" flipH="1">
            <a:off x="690615" y="6271173"/>
            <a:ext cx="45719" cy="5433248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D14C906B-829A-F132-14A5-2AE7677E81A4}"/>
              </a:ext>
            </a:extLst>
          </p:cNvPr>
          <p:cNvSpPr/>
          <p:nvPr/>
        </p:nvSpPr>
        <p:spPr>
          <a:xfrm rot="20259948">
            <a:off x="8341023" y="6809371"/>
            <a:ext cx="45719" cy="6045558"/>
          </a:xfrm>
          <a:prstGeom prst="ellipse">
            <a:avLst/>
          </a:prstGeom>
          <a:ln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3036689E-BDBE-C577-00DB-FB9F0F92B457}"/>
              </a:ext>
            </a:extLst>
          </p:cNvPr>
          <p:cNvSpPr/>
          <p:nvPr/>
        </p:nvSpPr>
        <p:spPr>
          <a:xfrm rot="13164981" flipH="1">
            <a:off x="10770904" y="-4971523"/>
            <a:ext cx="45719" cy="5396749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269FD6FF-EFF0-1D07-88C1-D78289A7B582}"/>
              </a:ext>
            </a:extLst>
          </p:cNvPr>
          <p:cNvSpPr/>
          <p:nvPr/>
        </p:nvSpPr>
        <p:spPr>
          <a:xfrm rot="10322669">
            <a:off x="4959822" y="-6574509"/>
            <a:ext cx="45719" cy="6458624"/>
          </a:xfrm>
          <a:prstGeom prst="ellipse">
            <a:avLst/>
          </a:prstGeom>
          <a:ln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5C53DE3C-5A53-CF17-CDEE-FCC55883779B}"/>
              </a:ext>
            </a:extLst>
          </p:cNvPr>
          <p:cNvSpPr/>
          <p:nvPr/>
        </p:nvSpPr>
        <p:spPr>
          <a:xfrm rot="3817169">
            <a:off x="-3027681" y="5070196"/>
            <a:ext cx="45719" cy="5846490"/>
          </a:xfrm>
          <a:prstGeom prst="ellipse">
            <a:avLst/>
          </a:prstGeom>
          <a:ln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D85F17EA-BCC9-EA8B-8506-2D01A5750893}"/>
              </a:ext>
            </a:extLst>
          </p:cNvPr>
          <p:cNvSpPr/>
          <p:nvPr/>
        </p:nvSpPr>
        <p:spPr>
          <a:xfrm rot="5796404" flipH="1">
            <a:off x="-2876299" y="-441223"/>
            <a:ext cx="45719" cy="5533042"/>
          </a:xfrm>
          <a:prstGeom prst="ellipse">
            <a:avLst/>
          </a:prstGeom>
          <a:ln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C13A2520-206F-E5F4-3355-4BF23FBDC35B}"/>
              </a:ext>
            </a:extLst>
          </p:cNvPr>
          <p:cNvSpPr/>
          <p:nvPr/>
        </p:nvSpPr>
        <p:spPr>
          <a:xfrm rot="2284918" flipH="1">
            <a:off x="1528686" y="6491416"/>
            <a:ext cx="53039" cy="5656814"/>
          </a:xfrm>
          <a:prstGeom prst="ellipse">
            <a:avLst/>
          </a:prstGeom>
          <a:ln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99645A72-D6CC-A553-CA2B-8A086CFC52A5}"/>
              </a:ext>
            </a:extLst>
          </p:cNvPr>
          <p:cNvSpPr/>
          <p:nvPr/>
        </p:nvSpPr>
        <p:spPr>
          <a:xfrm rot="9289793">
            <a:off x="3337400" y="-4806105"/>
            <a:ext cx="54391" cy="4987858"/>
          </a:xfrm>
          <a:prstGeom prst="ellipse">
            <a:avLst/>
          </a:prstGeom>
          <a:ln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A03FDDFD-D9FE-2CF6-FAF7-AD334405F331}"/>
              </a:ext>
            </a:extLst>
          </p:cNvPr>
          <p:cNvSpPr/>
          <p:nvPr/>
        </p:nvSpPr>
        <p:spPr>
          <a:xfrm rot="18022409" flipV="1">
            <a:off x="14549580" y="5365238"/>
            <a:ext cx="45719" cy="6490390"/>
          </a:xfrm>
          <a:prstGeom prst="ellipse">
            <a:avLst/>
          </a:prstGeom>
          <a:ln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9F704D59-B519-5450-7BF8-2ECA79FF56A7}"/>
              </a:ext>
            </a:extLst>
          </p:cNvPr>
          <p:cNvSpPr/>
          <p:nvPr/>
        </p:nvSpPr>
        <p:spPr>
          <a:xfrm rot="724419" flipH="1">
            <a:off x="4959820" y="7061720"/>
            <a:ext cx="45719" cy="4088945"/>
          </a:xfrm>
          <a:prstGeom prst="ellipse">
            <a:avLst/>
          </a:prstGeom>
          <a:ln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2A41AEAC-0B5B-DDF0-6C2A-EC5A98AC34DC}"/>
              </a:ext>
            </a:extLst>
          </p:cNvPr>
          <p:cNvSpPr/>
          <p:nvPr/>
        </p:nvSpPr>
        <p:spPr>
          <a:xfrm rot="21151517" flipH="1">
            <a:off x="6850594" y="6952886"/>
            <a:ext cx="45719" cy="59242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937489EF-54F3-42E9-EA71-0DB78DE67763}"/>
              </a:ext>
            </a:extLst>
          </p:cNvPr>
          <p:cNvSpPr/>
          <p:nvPr/>
        </p:nvSpPr>
        <p:spPr>
          <a:xfrm rot="2382458" flipH="1">
            <a:off x="1302988" y="6457407"/>
            <a:ext cx="45719" cy="4416921"/>
          </a:xfrm>
          <a:prstGeom prst="ellipse">
            <a:avLst/>
          </a:prstGeom>
          <a:ln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A831D5B6-7A55-E718-D1DA-B6209FBCA177}"/>
              </a:ext>
            </a:extLst>
          </p:cNvPr>
          <p:cNvSpPr/>
          <p:nvPr/>
        </p:nvSpPr>
        <p:spPr>
          <a:xfrm rot="3392441" flipH="1">
            <a:off x="-857129" y="5792754"/>
            <a:ext cx="45719" cy="5148199"/>
          </a:xfrm>
          <a:prstGeom prst="ellipse">
            <a:avLst/>
          </a:prstGeom>
          <a:ln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Ellipse 26">
            <a:extLst>
              <a:ext uri="{FF2B5EF4-FFF2-40B4-BE49-F238E27FC236}">
                <a16:creationId xmlns:a16="http://schemas.microsoft.com/office/drawing/2014/main" id="{F788FA15-928F-37CA-8054-8984937DAA03}"/>
              </a:ext>
            </a:extLst>
          </p:cNvPr>
          <p:cNvSpPr/>
          <p:nvPr/>
        </p:nvSpPr>
        <p:spPr>
          <a:xfrm rot="11456453">
            <a:off x="7272221" y="-5753634"/>
            <a:ext cx="45719" cy="5615574"/>
          </a:xfrm>
          <a:prstGeom prst="ellipse">
            <a:avLst/>
          </a:prstGeom>
          <a:ln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Ellipse 27">
            <a:extLst>
              <a:ext uri="{FF2B5EF4-FFF2-40B4-BE49-F238E27FC236}">
                <a16:creationId xmlns:a16="http://schemas.microsoft.com/office/drawing/2014/main" id="{BCFAA77E-3CAF-033E-7297-FEDF89A0239F}"/>
              </a:ext>
            </a:extLst>
          </p:cNvPr>
          <p:cNvSpPr/>
          <p:nvPr/>
        </p:nvSpPr>
        <p:spPr>
          <a:xfrm rot="7365910" flipH="1">
            <a:off x="-2122844" y="-3159300"/>
            <a:ext cx="45719" cy="4182220"/>
          </a:xfrm>
          <a:prstGeom prst="ellipse">
            <a:avLst/>
          </a:prstGeom>
          <a:ln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Ellipse 28">
            <a:extLst>
              <a:ext uri="{FF2B5EF4-FFF2-40B4-BE49-F238E27FC236}">
                <a16:creationId xmlns:a16="http://schemas.microsoft.com/office/drawing/2014/main" id="{A5ED7516-7772-80E7-9C46-569A1E37D144}"/>
              </a:ext>
            </a:extLst>
          </p:cNvPr>
          <p:cNvSpPr/>
          <p:nvPr/>
        </p:nvSpPr>
        <p:spPr>
          <a:xfrm rot="12520048">
            <a:off x="9227784" y="-5218359"/>
            <a:ext cx="45719" cy="5322571"/>
          </a:xfrm>
          <a:prstGeom prst="ellipse">
            <a:avLst/>
          </a:prstGeom>
          <a:ln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Ellipse 29">
            <a:extLst>
              <a:ext uri="{FF2B5EF4-FFF2-40B4-BE49-F238E27FC236}">
                <a16:creationId xmlns:a16="http://schemas.microsoft.com/office/drawing/2014/main" id="{399E8699-C239-FDF3-7C26-1F440727EF1E}"/>
              </a:ext>
            </a:extLst>
          </p:cNvPr>
          <p:cNvSpPr/>
          <p:nvPr/>
        </p:nvSpPr>
        <p:spPr>
          <a:xfrm rot="4450243" flipH="1">
            <a:off x="-2027076" y="3790260"/>
            <a:ext cx="45719" cy="4153468"/>
          </a:xfrm>
          <a:prstGeom prst="ellipse">
            <a:avLst/>
          </a:prstGeom>
          <a:ln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" name="Ellipse 30">
            <a:extLst>
              <a:ext uri="{FF2B5EF4-FFF2-40B4-BE49-F238E27FC236}">
                <a16:creationId xmlns:a16="http://schemas.microsoft.com/office/drawing/2014/main" id="{46958566-7AC3-E32B-0A1B-F999626DB6EC}"/>
              </a:ext>
            </a:extLst>
          </p:cNvPr>
          <p:cNvSpPr/>
          <p:nvPr/>
        </p:nvSpPr>
        <p:spPr>
          <a:xfrm rot="18592945" flipH="1">
            <a:off x="12705837" y="5922778"/>
            <a:ext cx="45719" cy="5647012"/>
          </a:xfrm>
          <a:prstGeom prst="ellipse">
            <a:avLst/>
          </a:prstGeom>
          <a:ln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" name="Ellipse 31">
            <a:extLst>
              <a:ext uri="{FF2B5EF4-FFF2-40B4-BE49-F238E27FC236}">
                <a16:creationId xmlns:a16="http://schemas.microsoft.com/office/drawing/2014/main" id="{A50D275C-1E2A-D5B2-3931-45A025402137}"/>
              </a:ext>
            </a:extLst>
          </p:cNvPr>
          <p:cNvSpPr/>
          <p:nvPr/>
        </p:nvSpPr>
        <p:spPr>
          <a:xfrm rot="2761180" flipH="1">
            <a:off x="187428" y="6055753"/>
            <a:ext cx="61538" cy="6100880"/>
          </a:xfrm>
          <a:prstGeom prst="ellipse">
            <a:avLst/>
          </a:prstGeom>
          <a:ln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Ellipse 32">
            <a:extLst>
              <a:ext uri="{FF2B5EF4-FFF2-40B4-BE49-F238E27FC236}">
                <a16:creationId xmlns:a16="http://schemas.microsoft.com/office/drawing/2014/main" id="{C9FD85E1-410E-C955-3DB8-D0EB5DFCF610}"/>
              </a:ext>
            </a:extLst>
          </p:cNvPr>
          <p:cNvSpPr/>
          <p:nvPr/>
        </p:nvSpPr>
        <p:spPr>
          <a:xfrm rot="20204249" flipH="1">
            <a:off x="8602737" y="6786718"/>
            <a:ext cx="45719" cy="509128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" name="Ellipse 33">
            <a:extLst>
              <a:ext uri="{FF2B5EF4-FFF2-40B4-BE49-F238E27FC236}">
                <a16:creationId xmlns:a16="http://schemas.microsoft.com/office/drawing/2014/main" id="{F8EE4F14-E1F4-5508-22E5-56E57C0410C6}"/>
              </a:ext>
            </a:extLst>
          </p:cNvPr>
          <p:cNvSpPr>
            <a:spLocks/>
          </p:cNvSpPr>
          <p:nvPr/>
        </p:nvSpPr>
        <p:spPr>
          <a:xfrm rot="1312010" flipH="1">
            <a:off x="3302179" y="6713743"/>
            <a:ext cx="45719" cy="5455387"/>
          </a:xfrm>
          <a:prstGeom prst="ellipse">
            <a:avLst/>
          </a:prstGeom>
          <a:ln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" name="Ellipse 34">
            <a:extLst>
              <a:ext uri="{FF2B5EF4-FFF2-40B4-BE49-F238E27FC236}">
                <a16:creationId xmlns:a16="http://schemas.microsoft.com/office/drawing/2014/main" id="{16BFCB71-A8EE-7B15-0370-A0E5BF72A4D4}"/>
              </a:ext>
            </a:extLst>
          </p:cNvPr>
          <p:cNvSpPr/>
          <p:nvPr/>
        </p:nvSpPr>
        <p:spPr>
          <a:xfrm rot="7823467" flipH="1">
            <a:off x="295121" y="-3622099"/>
            <a:ext cx="70193" cy="4356645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Ellipse 35">
            <a:extLst>
              <a:ext uri="{FF2B5EF4-FFF2-40B4-BE49-F238E27FC236}">
                <a16:creationId xmlns:a16="http://schemas.microsoft.com/office/drawing/2014/main" id="{A458932F-BAC6-4CC5-FB6B-8BBDD3111593}"/>
              </a:ext>
            </a:extLst>
          </p:cNvPr>
          <p:cNvSpPr/>
          <p:nvPr/>
        </p:nvSpPr>
        <p:spPr>
          <a:xfrm rot="5793688" flipH="1">
            <a:off x="-3019704" y="-234388"/>
            <a:ext cx="50634" cy="5527931"/>
          </a:xfrm>
          <a:prstGeom prst="ellipse">
            <a:avLst/>
          </a:prstGeom>
          <a:ln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" name="Ellipse 36">
            <a:extLst>
              <a:ext uri="{FF2B5EF4-FFF2-40B4-BE49-F238E27FC236}">
                <a16:creationId xmlns:a16="http://schemas.microsoft.com/office/drawing/2014/main" id="{FBE4E3A9-A04B-8CF6-1BB9-CB99E13043EC}"/>
              </a:ext>
            </a:extLst>
          </p:cNvPr>
          <p:cNvSpPr/>
          <p:nvPr/>
        </p:nvSpPr>
        <p:spPr>
          <a:xfrm rot="6011332">
            <a:off x="-2954236" y="-732418"/>
            <a:ext cx="45719" cy="5449337"/>
          </a:xfrm>
          <a:prstGeom prst="ellipse">
            <a:avLst/>
          </a:prstGeom>
          <a:solidFill>
            <a:srgbClr val="9C5E9E"/>
          </a:solidFill>
          <a:ln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8" name="Ellipse 37">
            <a:extLst>
              <a:ext uri="{FF2B5EF4-FFF2-40B4-BE49-F238E27FC236}">
                <a16:creationId xmlns:a16="http://schemas.microsoft.com/office/drawing/2014/main" id="{97C94E8B-7B4D-478F-D3C8-9AE626DC46F9}"/>
              </a:ext>
            </a:extLst>
          </p:cNvPr>
          <p:cNvSpPr/>
          <p:nvPr/>
        </p:nvSpPr>
        <p:spPr>
          <a:xfrm rot="4745023" flipH="1">
            <a:off x="-2558417" y="2608902"/>
            <a:ext cx="45719" cy="5003442"/>
          </a:xfrm>
          <a:prstGeom prst="ellipse">
            <a:avLst/>
          </a:prstGeom>
          <a:ln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9" name="Ellipse 38">
            <a:extLst>
              <a:ext uri="{FF2B5EF4-FFF2-40B4-BE49-F238E27FC236}">
                <a16:creationId xmlns:a16="http://schemas.microsoft.com/office/drawing/2014/main" id="{4DBBBA10-4238-E9B4-EF61-65A2C1116789}"/>
              </a:ext>
            </a:extLst>
          </p:cNvPr>
          <p:cNvSpPr/>
          <p:nvPr/>
        </p:nvSpPr>
        <p:spPr>
          <a:xfrm rot="6376397">
            <a:off x="-2688909" y="-1710010"/>
            <a:ext cx="45719" cy="5396930"/>
          </a:xfrm>
          <a:prstGeom prst="ellipse">
            <a:avLst/>
          </a:prstGeom>
          <a:ln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0" name="Ellipse 39">
            <a:extLst>
              <a:ext uri="{FF2B5EF4-FFF2-40B4-BE49-F238E27FC236}">
                <a16:creationId xmlns:a16="http://schemas.microsoft.com/office/drawing/2014/main" id="{19ED3DBD-68D6-DC4A-A934-F5811C5500D6}"/>
              </a:ext>
            </a:extLst>
          </p:cNvPr>
          <p:cNvSpPr>
            <a:spLocks/>
          </p:cNvSpPr>
          <p:nvPr/>
        </p:nvSpPr>
        <p:spPr>
          <a:xfrm rot="9027142" flipH="1">
            <a:off x="2899577" y="-4869081"/>
            <a:ext cx="45719" cy="5189797"/>
          </a:xfrm>
          <a:prstGeom prst="ellipse">
            <a:avLst/>
          </a:prstGeom>
          <a:ln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1" name="Ellipse 40">
            <a:extLst>
              <a:ext uri="{FF2B5EF4-FFF2-40B4-BE49-F238E27FC236}">
                <a16:creationId xmlns:a16="http://schemas.microsoft.com/office/drawing/2014/main" id="{A4E13F25-842D-4837-AD27-7E388CACD541}"/>
              </a:ext>
            </a:extLst>
          </p:cNvPr>
          <p:cNvSpPr>
            <a:spLocks/>
          </p:cNvSpPr>
          <p:nvPr/>
        </p:nvSpPr>
        <p:spPr>
          <a:xfrm rot="11087091">
            <a:off x="6600872" y="-5282145"/>
            <a:ext cx="46083" cy="5065453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2" name="Ellipse 41">
            <a:extLst>
              <a:ext uri="{FF2B5EF4-FFF2-40B4-BE49-F238E27FC236}">
                <a16:creationId xmlns:a16="http://schemas.microsoft.com/office/drawing/2014/main" id="{7F8086CB-5C13-9E6E-4908-59D94A22F569}"/>
              </a:ext>
            </a:extLst>
          </p:cNvPr>
          <p:cNvSpPr>
            <a:spLocks/>
          </p:cNvSpPr>
          <p:nvPr/>
        </p:nvSpPr>
        <p:spPr>
          <a:xfrm rot="18305046">
            <a:off x="13313428" y="5782587"/>
            <a:ext cx="45719" cy="5429591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3" name="Ellipse 42">
            <a:extLst>
              <a:ext uri="{FF2B5EF4-FFF2-40B4-BE49-F238E27FC236}">
                <a16:creationId xmlns:a16="http://schemas.microsoft.com/office/drawing/2014/main" id="{0040AFE2-995B-877D-5F06-D5B19C42669F}"/>
              </a:ext>
            </a:extLst>
          </p:cNvPr>
          <p:cNvSpPr>
            <a:spLocks/>
          </p:cNvSpPr>
          <p:nvPr/>
        </p:nvSpPr>
        <p:spPr>
          <a:xfrm rot="2834984" flipH="1" flipV="1">
            <a:off x="12140777" y="-4616651"/>
            <a:ext cx="61478" cy="5288629"/>
          </a:xfrm>
          <a:prstGeom prst="ellipse">
            <a:avLst/>
          </a:prstGeom>
          <a:ln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4" name="Ellipse 43">
            <a:extLst>
              <a:ext uri="{FF2B5EF4-FFF2-40B4-BE49-F238E27FC236}">
                <a16:creationId xmlns:a16="http://schemas.microsoft.com/office/drawing/2014/main" id="{B55E8B59-FDF9-C2D8-146B-CCAE0A0451CB}"/>
              </a:ext>
            </a:extLst>
          </p:cNvPr>
          <p:cNvSpPr/>
          <p:nvPr/>
        </p:nvSpPr>
        <p:spPr>
          <a:xfrm rot="15232011">
            <a:off x="16071480" y="-3086979"/>
            <a:ext cx="45719" cy="7647749"/>
          </a:xfrm>
          <a:prstGeom prst="ellipse">
            <a:avLst/>
          </a:prstGeom>
          <a:ln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5" name="Ellipse 44">
            <a:extLst>
              <a:ext uri="{FF2B5EF4-FFF2-40B4-BE49-F238E27FC236}">
                <a16:creationId xmlns:a16="http://schemas.microsoft.com/office/drawing/2014/main" id="{80695703-610E-BF28-C2F9-621880CDDB7F}"/>
              </a:ext>
            </a:extLst>
          </p:cNvPr>
          <p:cNvSpPr/>
          <p:nvPr/>
        </p:nvSpPr>
        <p:spPr>
          <a:xfrm rot="4815391">
            <a:off x="-2852223" y="2031622"/>
            <a:ext cx="45719" cy="5564544"/>
          </a:xfrm>
          <a:prstGeom prst="ellipse">
            <a:avLst/>
          </a:prstGeom>
          <a:ln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6" name="Ellipse 45">
            <a:extLst>
              <a:ext uri="{FF2B5EF4-FFF2-40B4-BE49-F238E27FC236}">
                <a16:creationId xmlns:a16="http://schemas.microsoft.com/office/drawing/2014/main" id="{5F5FA715-26DE-D53C-7137-94B921A7CF41}"/>
              </a:ext>
            </a:extLst>
          </p:cNvPr>
          <p:cNvSpPr/>
          <p:nvPr/>
        </p:nvSpPr>
        <p:spPr>
          <a:xfrm rot="12793409" flipH="1">
            <a:off x="9716839" y="-4540167"/>
            <a:ext cx="45719" cy="4831679"/>
          </a:xfrm>
          <a:prstGeom prst="ellipse">
            <a:avLst/>
          </a:prstGeom>
          <a:ln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7" name="Ellipse 46">
            <a:extLst>
              <a:ext uri="{FF2B5EF4-FFF2-40B4-BE49-F238E27FC236}">
                <a16:creationId xmlns:a16="http://schemas.microsoft.com/office/drawing/2014/main" id="{5479C885-4ADF-836E-B46F-302F900D5B3B}"/>
              </a:ext>
            </a:extLst>
          </p:cNvPr>
          <p:cNvSpPr/>
          <p:nvPr/>
        </p:nvSpPr>
        <p:spPr>
          <a:xfrm rot="13569065" flipH="1">
            <a:off x="11543284" y="-4319465"/>
            <a:ext cx="45719" cy="4943234"/>
          </a:xfrm>
          <a:prstGeom prst="ellipse">
            <a:avLst/>
          </a:prstGeom>
          <a:ln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8" name="Ellipse 47">
            <a:extLst>
              <a:ext uri="{FF2B5EF4-FFF2-40B4-BE49-F238E27FC236}">
                <a16:creationId xmlns:a16="http://schemas.microsoft.com/office/drawing/2014/main" id="{F4A9E0D6-625A-B8B4-20A1-B9B1FFC2AB34}"/>
              </a:ext>
            </a:extLst>
          </p:cNvPr>
          <p:cNvSpPr>
            <a:spLocks/>
          </p:cNvSpPr>
          <p:nvPr/>
        </p:nvSpPr>
        <p:spPr>
          <a:xfrm rot="3425109" flipH="1">
            <a:off x="-1208587" y="5895865"/>
            <a:ext cx="45719" cy="4700557"/>
          </a:xfrm>
          <a:prstGeom prst="ellipse">
            <a:avLst/>
          </a:prstGeom>
          <a:ln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9" name="Ellipse 48">
            <a:extLst>
              <a:ext uri="{FF2B5EF4-FFF2-40B4-BE49-F238E27FC236}">
                <a16:creationId xmlns:a16="http://schemas.microsoft.com/office/drawing/2014/main" id="{0BFE6BF9-01FB-0F72-0DAA-EAB3B9337CD6}"/>
              </a:ext>
            </a:extLst>
          </p:cNvPr>
          <p:cNvSpPr/>
          <p:nvPr/>
        </p:nvSpPr>
        <p:spPr>
          <a:xfrm rot="7610652">
            <a:off x="-2014028" y="-3770625"/>
            <a:ext cx="45719" cy="4755113"/>
          </a:xfrm>
          <a:prstGeom prst="ellipse">
            <a:avLst/>
          </a:prstGeom>
          <a:ln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0" name="Ellipse 49">
            <a:extLst>
              <a:ext uri="{FF2B5EF4-FFF2-40B4-BE49-F238E27FC236}">
                <a16:creationId xmlns:a16="http://schemas.microsoft.com/office/drawing/2014/main" id="{603E7367-5045-C3CA-8C3F-9D065A082478}"/>
              </a:ext>
            </a:extLst>
          </p:cNvPr>
          <p:cNvSpPr/>
          <p:nvPr/>
        </p:nvSpPr>
        <p:spPr>
          <a:xfrm rot="6984852">
            <a:off x="-2273825" y="-3012388"/>
            <a:ext cx="45719" cy="4774751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1" name="Ellipse 50">
            <a:extLst>
              <a:ext uri="{FF2B5EF4-FFF2-40B4-BE49-F238E27FC236}">
                <a16:creationId xmlns:a16="http://schemas.microsoft.com/office/drawing/2014/main" id="{A7BB87C4-EC17-6375-CFCF-38CF78D5CD25}"/>
              </a:ext>
            </a:extLst>
          </p:cNvPr>
          <p:cNvSpPr>
            <a:spLocks/>
          </p:cNvSpPr>
          <p:nvPr/>
        </p:nvSpPr>
        <p:spPr>
          <a:xfrm rot="7837443" flipH="1">
            <a:off x="-359703" y="-4558897"/>
            <a:ext cx="45719" cy="5230414"/>
          </a:xfrm>
          <a:prstGeom prst="ellipse">
            <a:avLst/>
          </a:prstGeom>
          <a:ln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2" name="Ellipse 51">
            <a:extLst>
              <a:ext uri="{FF2B5EF4-FFF2-40B4-BE49-F238E27FC236}">
                <a16:creationId xmlns:a16="http://schemas.microsoft.com/office/drawing/2014/main" id="{DE11D451-3CFF-134D-97CC-D68CD48716E2}"/>
              </a:ext>
            </a:extLst>
          </p:cNvPr>
          <p:cNvSpPr/>
          <p:nvPr/>
        </p:nvSpPr>
        <p:spPr>
          <a:xfrm rot="4628743">
            <a:off x="-2254961" y="3630313"/>
            <a:ext cx="72162" cy="4535367"/>
          </a:xfrm>
          <a:prstGeom prst="ellipse">
            <a:avLst/>
          </a:prstGeom>
          <a:ln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3" name="Ellipse 52">
            <a:extLst>
              <a:ext uri="{FF2B5EF4-FFF2-40B4-BE49-F238E27FC236}">
                <a16:creationId xmlns:a16="http://schemas.microsoft.com/office/drawing/2014/main" id="{A0DAE6DB-9363-3504-F753-001BEC1254D0}"/>
              </a:ext>
            </a:extLst>
          </p:cNvPr>
          <p:cNvSpPr/>
          <p:nvPr/>
        </p:nvSpPr>
        <p:spPr>
          <a:xfrm rot="4084875" flipH="1">
            <a:off x="-2505169" y="4563016"/>
            <a:ext cx="45719" cy="5333056"/>
          </a:xfrm>
          <a:prstGeom prst="ellipse">
            <a:avLst/>
          </a:prstGeom>
          <a:solidFill>
            <a:srgbClr val="9C5E9E"/>
          </a:solidFill>
          <a:ln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4" name="Ellipse 53">
            <a:extLst>
              <a:ext uri="{FF2B5EF4-FFF2-40B4-BE49-F238E27FC236}">
                <a16:creationId xmlns:a16="http://schemas.microsoft.com/office/drawing/2014/main" id="{B1B249F5-EE08-7C6A-1A11-F69BC8567D9A}"/>
              </a:ext>
            </a:extLst>
          </p:cNvPr>
          <p:cNvSpPr/>
          <p:nvPr/>
        </p:nvSpPr>
        <p:spPr>
          <a:xfrm rot="4535214">
            <a:off x="-2502636" y="3244933"/>
            <a:ext cx="45719" cy="5119435"/>
          </a:xfrm>
          <a:prstGeom prst="ellipse">
            <a:avLst/>
          </a:prstGeom>
          <a:ln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5" name="Ellipse 54">
            <a:extLst>
              <a:ext uri="{FF2B5EF4-FFF2-40B4-BE49-F238E27FC236}">
                <a16:creationId xmlns:a16="http://schemas.microsoft.com/office/drawing/2014/main" id="{8E30F560-D5CA-509E-7C7F-4421B3058133}"/>
              </a:ext>
            </a:extLst>
          </p:cNvPr>
          <p:cNvSpPr/>
          <p:nvPr/>
        </p:nvSpPr>
        <p:spPr>
          <a:xfrm rot="6876188" flipH="1">
            <a:off x="-2819582" y="-3455914"/>
            <a:ext cx="45719" cy="6091268"/>
          </a:xfrm>
          <a:prstGeom prst="ellipse">
            <a:avLst/>
          </a:prstGeom>
          <a:ln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6" name="Ellipse 55">
            <a:extLst>
              <a:ext uri="{FF2B5EF4-FFF2-40B4-BE49-F238E27FC236}">
                <a16:creationId xmlns:a16="http://schemas.microsoft.com/office/drawing/2014/main" id="{F1E3EBD1-3A2D-AB08-38DE-40B8E4982F55}"/>
              </a:ext>
            </a:extLst>
          </p:cNvPr>
          <p:cNvSpPr/>
          <p:nvPr/>
        </p:nvSpPr>
        <p:spPr>
          <a:xfrm rot="6736435" flipH="1">
            <a:off x="-2648771" y="-2413376"/>
            <a:ext cx="45719" cy="4928564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7" name="Ellipse 56">
            <a:extLst>
              <a:ext uri="{FF2B5EF4-FFF2-40B4-BE49-F238E27FC236}">
                <a16:creationId xmlns:a16="http://schemas.microsoft.com/office/drawing/2014/main" id="{7DFD18C5-681F-F648-4ED7-D8BBB005B4E1}"/>
              </a:ext>
            </a:extLst>
          </p:cNvPr>
          <p:cNvSpPr>
            <a:spLocks/>
          </p:cNvSpPr>
          <p:nvPr/>
        </p:nvSpPr>
        <p:spPr>
          <a:xfrm rot="6180052" flipH="1">
            <a:off x="-2688908" y="-1304412"/>
            <a:ext cx="45719" cy="5501323"/>
          </a:xfrm>
          <a:prstGeom prst="ellipse">
            <a:avLst/>
          </a:prstGeom>
          <a:ln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8" name="Ellipse 57">
            <a:extLst>
              <a:ext uri="{FF2B5EF4-FFF2-40B4-BE49-F238E27FC236}">
                <a16:creationId xmlns:a16="http://schemas.microsoft.com/office/drawing/2014/main" id="{15882876-E056-3D61-1FA8-1A324A367335}"/>
              </a:ext>
            </a:extLst>
          </p:cNvPr>
          <p:cNvSpPr/>
          <p:nvPr/>
        </p:nvSpPr>
        <p:spPr>
          <a:xfrm rot="15901294" flipH="1">
            <a:off x="15528910" y="-441007"/>
            <a:ext cx="45719" cy="6072963"/>
          </a:xfrm>
          <a:prstGeom prst="ellipse">
            <a:avLst/>
          </a:prstGeom>
          <a:ln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9" name="Ellipse 58">
            <a:extLst>
              <a:ext uri="{FF2B5EF4-FFF2-40B4-BE49-F238E27FC236}">
                <a16:creationId xmlns:a16="http://schemas.microsoft.com/office/drawing/2014/main" id="{74807EBA-1F7C-730D-D321-88B9E4B11648}"/>
              </a:ext>
            </a:extLst>
          </p:cNvPr>
          <p:cNvSpPr/>
          <p:nvPr/>
        </p:nvSpPr>
        <p:spPr>
          <a:xfrm rot="14751609">
            <a:off x="15521129" y="-4342807"/>
            <a:ext cx="54833" cy="7104362"/>
          </a:xfrm>
          <a:prstGeom prst="ellipse">
            <a:avLst/>
          </a:prstGeom>
          <a:ln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0" name="Ellipse 59">
            <a:extLst>
              <a:ext uri="{FF2B5EF4-FFF2-40B4-BE49-F238E27FC236}">
                <a16:creationId xmlns:a16="http://schemas.microsoft.com/office/drawing/2014/main" id="{E0723629-324A-2B5C-EA7C-1EC943136AD9}"/>
              </a:ext>
            </a:extLst>
          </p:cNvPr>
          <p:cNvSpPr/>
          <p:nvPr/>
        </p:nvSpPr>
        <p:spPr>
          <a:xfrm rot="14055717" flipH="1">
            <a:off x="15070575" y="-5700096"/>
            <a:ext cx="80213" cy="6863815"/>
          </a:xfrm>
          <a:prstGeom prst="ellipse">
            <a:avLst/>
          </a:prstGeom>
          <a:ln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1" name="Ellipse 60">
            <a:extLst>
              <a:ext uri="{FF2B5EF4-FFF2-40B4-BE49-F238E27FC236}">
                <a16:creationId xmlns:a16="http://schemas.microsoft.com/office/drawing/2014/main" id="{EE235FC3-936F-0BAF-D50A-263FEED9EB05}"/>
              </a:ext>
            </a:extLst>
          </p:cNvPr>
          <p:cNvSpPr/>
          <p:nvPr/>
        </p:nvSpPr>
        <p:spPr>
          <a:xfrm rot="14550943">
            <a:off x="15356875" y="-4633775"/>
            <a:ext cx="54018" cy="7009405"/>
          </a:xfrm>
          <a:prstGeom prst="ellipse">
            <a:avLst/>
          </a:prstGeom>
          <a:ln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2" name="Ellipse 61">
            <a:extLst>
              <a:ext uri="{FF2B5EF4-FFF2-40B4-BE49-F238E27FC236}">
                <a16:creationId xmlns:a16="http://schemas.microsoft.com/office/drawing/2014/main" id="{E8BA250B-35D8-F1ED-54F8-DEA18B7253E9}"/>
              </a:ext>
            </a:extLst>
          </p:cNvPr>
          <p:cNvSpPr>
            <a:spLocks/>
          </p:cNvSpPr>
          <p:nvPr/>
        </p:nvSpPr>
        <p:spPr>
          <a:xfrm rot="15704993">
            <a:off x="15656731" y="-1308810"/>
            <a:ext cx="64466" cy="6528220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3" name="Ellipse 62">
            <a:extLst>
              <a:ext uri="{FF2B5EF4-FFF2-40B4-BE49-F238E27FC236}">
                <a16:creationId xmlns:a16="http://schemas.microsoft.com/office/drawing/2014/main" id="{CA3676FB-00D3-22CC-26C4-CB3B5D9BB1E7}"/>
              </a:ext>
            </a:extLst>
          </p:cNvPr>
          <p:cNvSpPr/>
          <p:nvPr/>
        </p:nvSpPr>
        <p:spPr>
          <a:xfrm rot="15961989">
            <a:off x="15021422" y="239486"/>
            <a:ext cx="45719" cy="5617381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9" name="Ellipse 128">
            <a:extLst>
              <a:ext uri="{FF2B5EF4-FFF2-40B4-BE49-F238E27FC236}">
                <a16:creationId xmlns:a16="http://schemas.microsoft.com/office/drawing/2014/main" id="{9E123EF1-69C2-41E1-0010-007D8C8631E6}"/>
              </a:ext>
            </a:extLst>
          </p:cNvPr>
          <p:cNvSpPr/>
          <p:nvPr/>
        </p:nvSpPr>
        <p:spPr>
          <a:xfrm rot="1684702">
            <a:off x="2914309" y="6791749"/>
            <a:ext cx="45719" cy="4392499"/>
          </a:xfrm>
          <a:prstGeom prst="ellipse">
            <a:avLst/>
          </a:prstGeom>
          <a:ln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0" name="Ellipse 129">
            <a:extLst>
              <a:ext uri="{FF2B5EF4-FFF2-40B4-BE49-F238E27FC236}">
                <a16:creationId xmlns:a16="http://schemas.microsoft.com/office/drawing/2014/main" id="{DA8B30FA-C240-E4DE-1783-8C7221A8F05A}"/>
              </a:ext>
            </a:extLst>
          </p:cNvPr>
          <p:cNvSpPr/>
          <p:nvPr/>
        </p:nvSpPr>
        <p:spPr>
          <a:xfrm rot="1072254" flipH="1">
            <a:off x="4431931" y="6868502"/>
            <a:ext cx="74613" cy="3845661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" name="Image 2" descr="Une image contenant capture d’écran, Appareils électroniques, Logiciel multimédia, multimédia&#10;&#10;Le contenu généré par l’IA peut être incorrect.">
            <a:extLst>
              <a:ext uri="{FF2B5EF4-FFF2-40B4-BE49-F238E27FC236}">
                <a16:creationId xmlns:a16="http://schemas.microsoft.com/office/drawing/2014/main" id="{C786105D-9935-9E88-6AE5-36D0574B56E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1762" t="25311" r="13586" b="9728"/>
          <a:stretch>
            <a:fillRect/>
          </a:stretch>
        </p:blipFill>
        <p:spPr>
          <a:xfrm>
            <a:off x="0" y="0"/>
            <a:ext cx="12192001" cy="6858000"/>
          </a:xfrm>
          <a:prstGeom prst="rect">
            <a:avLst/>
          </a:prstGeom>
        </p:spPr>
      </p:pic>
      <p:pic>
        <p:nvPicPr>
          <p:cNvPr id="2" name="Image 1">
            <a:extLst>
              <a:ext uri="{FF2B5EF4-FFF2-40B4-BE49-F238E27FC236}">
                <a16:creationId xmlns:a16="http://schemas.microsoft.com/office/drawing/2014/main" id="{839F12EE-AEA1-732A-BDE4-55DA71CD419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938" t="5642" r="23407" b="6138"/>
          <a:stretch>
            <a:fillRect/>
          </a:stretch>
        </p:blipFill>
        <p:spPr>
          <a:xfrm>
            <a:off x="5907722" y="3410371"/>
            <a:ext cx="3600" cy="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8594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 advTm="3000">
        <p159:morph option="byObject"/>
      </p:transition>
    </mc:Choice>
    <mc:Fallback xmlns="">
      <p:transition spd="slow" advTm="3000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 descr="Une image contenant objet astronomique, astronomie, Espace lointain, Événement céleste&#10;&#10;Le contenu généré par l’IA peut être incorrect.">
            <a:extLst>
              <a:ext uri="{FF2B5EF4-FFF2-40B4-BE49-F238E27FC236}">
                <a16:creationId xmlns:a16="http://schemas.microsoft.com/office/drawing/2014/main" id="{97D332F8-5406-C72A-717F-98B52B9AE12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2676" t="19302" r="20649" b="21539"/>
          <a:stretch>
            <a:fillRect/>
          </a:stretch>
        </p:blipFill>
        <p:spPr>
          <a:xfrm>
            <a:off x="5944825" y="3230295"/>
            <a:ext cx="247920" cy="172525"/>
          </a:xfrm>
          <a:prstGeom prst="rect">
            <a:avLst/>
          </a:prstGeom>
        </p:spPr>
      </p:pic>
      <p:pic>
        <p:nvPicPr>
          <p:cNvPr id="5" name="Image 4" descr="Une image contenant capture d’écran, Appareils électroniques, multimédia, Appareil électronique&#10;&#10;Le contenu généré par l’IA peut être incorrect.">
            <a:extLst>
              <a:ext uri="{FF2B5EF4-FFF2-40B4-BE49-F238E27FC236}">
                <a16:creationId xmlns:a16="http://schemas.microsoft.com/office/drawing/2014/main" id="{C66D1F70-75EA-8F51-4531-A1F054FA9ABA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4131" t="28559" r="16813" b="1134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Image 5" descr="Une image contenant capture d’écran, Appareils électroniques, Logiciel multimédia, multimédia&#10;&#10;Le contenu généré par l’IA peut être incorrect.">
            <a:extLst>
              <a:ext uri="{FF2B5EF4-FFF2-40B4-BE49-F238E27FC236}">
                <a16:creationId xmlns:a16="http://schemas.microsoft.com/office/drawing/2014/main" id="{881FEA4F-158E-6E0F-78F9-947D28D4B0B4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4837" t="51982" r="31830" b="33906"/>
          <a:stretch>
            <a:fillRect/>
          </a:stretch>
        </p:blipFill>
        <p:spPr>
          <a:xfrm>
            <a:off x="6068785" y="3316558"/>
            <a:ext cx="5262" cy="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776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capture d’écran, Appareils électroniques, multimédia, Appareil électronique&#10;&#10;Le contenu généré par l’IA peut être incorrect.">
            <a:extLst>
              <a:ext uri="{FF2B5EF4-FFF2-40B4-BE49-F238E27FC236}">
                <a16:creationId xmlns:a16="http://schemas.microsoft.com/office/drawing/2014/main" id="{B257C5DF-CBE4-8316-ABC2-CD33F16B0728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rcRect l="14131" t="28559" r="16813" b="11348"/>
          <a:stretch>
            <a:fillRect/>
          </a:stretch>
        </p:blipFill>
        <p:spPr>
          <a:xfrm>
            <a:off x="-133280645" y="-71342157"/>
            <a:ext cx="279908002" cy="157448248"/>
          </a:xfrm>
          <a:prstGeom prst="rect">
            <a:avLst/>
          </a:prstGeom>
          <a:solidFill>
            <a:schemeClr val="tx1"/>
          </a:solidFill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0319357-6B48-D361-9FDA-86859F7A13E7}"/>
              </a:ext>
            </a:extLst>
          </p:cNvPr>
          <p:cNvSpPr/>
          <p:nvPr/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485493A-83FA-C04F-905F-A59CBD98948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413" r="1413"/>
          <a:stretch/>
        </p:blipFill>
        <p:spPr>
          <a:xfrm>
            <a:off x="2143031" y="-523969"/>
            <a:ext cx="7682501" cy="7905936"/>
          </a:xfrm>
          <a:prstGeom prst="rect">
            <a:avLst/>
          </a:prstGeom>
        </p:spPr>
      </p:pic>
      <p:sp>
        <p:nvSpPr>
          <p:cNvPr id="130" name="ZoneTexte 129">
            <a:extLst>
              <a:ext uri="{FF2B5EF4-FFF2-40B4-BE49-F238E27FC236}">
                <a16:creationId xmlns:a16="http://schemas.microsoft.com/office/drawing/2014/main" id="{DD86AF66-414C-5634-989B-F0790006F95B}"/>
              </a:ext>
            </a:extLst>
          </p:cNvPr>
          <p:cNvSpPr txBox="1"/>
          <p:nvPr/>
        </p:nvSpPr>
        <p:spPr>
          <a:xfrm>
            <a:off x="3022950" y="646159"/>
            <a:ext cx="6802582" cy="1862048"/>
          </a:xfrm>
          <a:prstGeom prst="rect">
            <a:avLst/>
          </a:prstGeom>
          <a:noFill/>
          <a:effectLst>
            <a:outerShdw blurRad="50800" dist="50800" dir="5400000" sx="104000" sy="104000" algn="ctr" rotWithShape="0">
              <a:srgbClr val="000000">
                <a:alpha val="0"/>
              </a:srgbClr>
            </a:outerShdw>
            <a:reflection stA="0" endPos="42000" dist="50800" dir="5400000" sy="-100000" algn="bl" rotWithShape="0"/>
            <a:softEdge rad="0"/>
          </a:effectLst>
        </p:spPr>
        <p:txBody>
          <a:bodyPr wrap="square" rtlCol="0">
            <a:spAutoFit/>
            <a:scene3d>
              <a:camera prst="orthographicFront">
                <a:rot lat="0" lon="0" rev="0"/>
              </a:camera>
              <a:lightRig rig="threePt" dir="t"/>
            </a:scene3d>
          </a:bodyPr>
          <a:lstStyle/>
          <a:p>
            <a:r>
              <a:rPr lang="fr-FR" sz="11500" b="1" dirty="0">
                <a:blipFill dpi="0" rotWithShape="1">
                  <a:blip r:embed="rId6"/>
                  <a:srcRect/>
                  <a:stretch>
                    <a:fillRect/>
                  </a:stretch>
                </a:blipFill>
                <a:effectLst>
                  <a:glow rad="200526">
                    <a:schemeClr val="accent1">
                      <a:alpha val="9000"/>
                    </a:schemeClr>
                  </a:glow>
                  <a:outerShdw blurRad="50800" dist="88900" dir="5400000" algn="ctr" rotWithShape="0">
                    <a:srgbClr val="000000"/>
                  </a:outerShdw>
                  <a:reflection blurRad="40105" stA="0" endPos="65000" dist="200526" dir="5400000" sy="-100000" algn="bl" rotWithShape="0"/>
                </a:effectLst>
                <a:latin typeface="Arial Rounded MT Bold" panose="020F0704030504030204" pitchFamily="34" charset="77"/>
              </a:rPr>
              <a:t>Le Soleil 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15DAD17C-E8B1-23FC-7364-47B8727940C8}"/>
              </a:ext>
            </a:extLst>
          </p:cNvPr>
          <p:cNvSpPr txBox="1"/>
          <p:nvPr/>
        </p:nvSpPr>
        <p:spPr>
          <a:xfrm>
            <a:off x="9655849" y="6519446"/>
            <a:ext cx="24901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Image du Soleil de la NASA</a:t>
            </a:r>
          </a:p>
        </p:txBody>
      </p:sp>
    </p:spTree>
    <p:extLst>
      <p:ext uri="{BB962C8B-B14F-4D97-AF65-F5344CB8AC3E}">
        <p14:creationId xmlns:p14="http://schemas.microsoft.com/office/powerpoint/2010/main" val="16422987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>
        <p159:morph option="byObject"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1F3F6F0-2E0A-3467-33C2-364293154969}"/>
              </a:ext>
            </a:extLst>
          </p:cNvPr>
          <p:cNvSpPr/>
          <p:nvPr/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0DDE220F-D347-F1E8-EC84-E6E9B04E48E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25882" y="0"/>
            <a:ext cx="11201087" cy="8344810"/>
          </a:xfrm>
          <a:prstGeom prst="rect">
            <a:avLst/>
          </a:prstGeom>
        </p:spPr>
      </p:pic>
      <p:grpSp>
        <p:nvGrpSpPr>
          <p:cNvPr id="12" name="Groupe 11">
            <a:extLst>
              <a:ext uri="{FF2B5EF4-FFF2-40B4-BE49-F238E27FC236}">
                <a16:creationId xmlns:a16="http://schemas.microsoft.com/office/drawing/2014/main" id="{BA135BDA-9406-A668-9C43-B252F3F65E6C}"/>
              </a:ext>
            </a:extLst>
          </p:cNvPr>
          <p:cNvGrpSpPr/>
          <p:nvPr/>
        </p:nvGrpSpPr>
        <p:grpSpPr>
          <a:xfrm>
            <a:off x="5251731" y="1426637"/>
            <a:ext cx="5858974" cy="3649132"/>
            <a:chOff x="5251731" y="1426637"/>
            <a:chExt cx="5858974" cy="3649132"/>
          </a:xfrm>
        </p:grpSpPr>
        <p:sp>
          <p:nvSpPr>
            <p:cNvPr id="13" name="ZoneTexte 12">
              <a:extLst>
                <a:ext uri="{FF2B5EF4-FFF2-40B4-BE49-F238E27FC236}">
                  <a16:creationId xmlns:a16="http://schemas.microsoft.com/office/drawing/2014/main" id="{E7307677-BDA1-191E-F126-10C261061D55}"/>
                </a:ext>
              </a:extLst>
            </p:cNvPr>
            <p:cNvSpPr txBox="1"/>
            <p:nvPr/>
          </p:nvSpPr>
          <p:spPr>
            <a:xfrm>
              <a:off x="8991919" y="4706437"/>
              <a:ext cx="16003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>
                  <a:solidFill>
                    <a:schemeClr val="bg1"/>
                  </a:solidFill>
                </a:rPr>
                <a:t>Noyau / Coeur</a:t>
              </a:r>
            </a:p>
          </p:txBody>
        </p:sp>
        <p:sp>
          <p:nvSpPr>
            <p:cNvPr id="14" name="ZoneTexte 13">
              <a:extLst>
                <a:ext uri="{FF2B5EF4-FFF2-40B4-BE49-F238E27FC236}">
                  <a16:creationId xmlns:a16="http://schemas.microsoft.com/office/drawing/2014/main" id="{6E221A48-A379-BCCC-B6E5-A1BF97288252}"/>
                </a:ext>
              </a:extLst>
            </p:cNvPr>
            <p:cNvSpPr txBox="1"/>
            <p:nvPr/>
          </p:nvSpPr>
          <p:spPr>
            <a:xfrm>
              <a:off x="8986469" y="3886487"/>
              <a:ext cx="19319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>
                  <a:solidFill>
                    <a:schemeClr val="bg1"/>
                  </a:solidFill>
                </a:rPr>
                <a:t>Zone de radiation</a:t>
              </a:r>
            </a:p>
          </p:txBody>
        </p:sp>
        <p:sp>
          <p:nvSpPr>
            <p:cNvPr id="15" name="ZoneTexte 14">
              <a:extLst>
                <a:ext uri="{FF2B5EF4-FFF2-40B4-BE49-F238E27FC236}">
                  <a16:creationId xmlns:a16="http://schemas.microsoft.com/office/drawing/2014/main" id="{02000FD2-22E1-22BA-C557-8B8F599FDEA3}"/>
                </a:ext>
              </a:extLst>
            </p:cNvPr>
            <p:cNvSpPr txBox="1"/>
            <p:nvPr/>
          </p:nvSpPr>
          <p:spPr>
            <a:xfrm>
              <a:off x="8986469" y="3066537"/>
              <a:ext cx="21242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>
                  <a:solidFill>
                    <a:schemeClr val="bg1"/>
                  </a:solidFill>
                </a:rPr>
                <a:t>Zone de convection</a:t>
              </a:r>
            </a:p>
          </p:txBody>
        </p:sp>
        <p:sp>
          <p:nvSpPr>
            <p:cNvPr id="16" name="ZoneTexte 15">
              <a:extLst>
                <a:ext uri="{FF2B5EF4-FFF2-40B4-BE49-F238E27FC236}">
                  <a16:creationId xmlns:a16="http://schemas.microsoft.com/office/drawing/2014/main" id="{36780A55-FD1E-51A8-3F66-501925C7A781}"/>
                </a:ext>
              </a:extLst>
            </p:cNvPr>
            <p:cNvSpPr txBox="1"/>
            <p:nvPr/>
          </p:nvSpPr>
          <p:spPr>
            <a:xfrm>
              <a:off x="8986469" y="2246587"/>
              <a:ext cx="13742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>
                  <a:solidFill>
                    <a:schemeClr val="bg1"/>
                  </a:solidFill>
                </a:rPr>
                <a:t>Photosphère</a:t>
              </a:r>
            </a:p>
          </p:txBody>
        </p:sp>
        <p:sp>
          <p:nvSpPr>
            <p:cNvPr id="17" name="ZoneTexte 16">
              <a:extLst>
                <a:ext uri="{FF2B5EF4-FFF2-40B4-BE49-F238E27FC236}">
                  <a16:creationId xmlns:a16="http://schemas.microsoft.com/office/drawing/2014/main" id="{BB86FC7D-ADE7-42E4-14B4-C9772F5E4EFF}"/>
                </a:ext>
              </a:extLst>
            </p:cNvPr>
            <p:cNvSpPr txBox="1"/>
            <p:nvPr/>
          </p:nvSpPr>
          <p:spPr>
            <a:xfrm>
              <a:off x="9001888" y="1426637"/>
              <a:ext cx="11439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>
                  <a:solidFill>
                    <a:schemeClr val="bg1"/>
                  </a:solidFill>
                </a:rPr>
                <a:t>Couronne</a:t>
              </a:r>
            </a:p>
          </p:txBody>
        </p:sp>
        <p:cxnSp>
          <p:nvCxnSpPr>
            <p:cNvPr id="18" name="Connecteur droit avec flèche 17">
              <a:extLst>
                <a:ext uri="{FF2B5EF4-FFF2-40B4-BE49-F238E27FC236}">
                  <a16:creationId xmlns:a16="http://schemas.microsoft.com/office/drawing/2014/main" id="{FF985D6F-12BF-8895-8488-5A48D3A36390}"/>
                </a:ext>
              </a:extLst>
            </p:cNvPr>
            <p:cNvCxnSpPr>
              <a:cxnSpLocks/>
              <a:stCxn id="17" idx="1"/>
            </p:cNvCxnSpPr>
            <p:nvPr/>
          </p:nvCxnSpPr>
          <p:spPr>
            <a:xfrm flipH="1">
              <a:off x="7121825" y="1611303"/>
              <a:ext cx="1880063" cy="0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eur droit avec flèche 18">
              <a:extLst>
                <a:ext uri="{FF2B5EF4-FFF2-40B4-BE49-F238E27FC236}">
                  <a16:creationId xmlns:a16="http://schemas.microsoft.com/office/drawing/2014/main" id="{F7B6ED46-D2C3-4087-909B-C6DFC5DB90D1}"/>
                </a:ext>
              </a:extLst>
            </p:cNvPr>
            <p:cNvCxnSpPr>
              <a:cxnSpLocks/>
              <a:stCxn id="16" idx="1"/>
            </p:cNvCxnSpPr>
            <p:nvPr/>
          </p:nvCxnSpPr>
          <p:spPr>
            <a:xfrm flipH="1">
              <a:off x="7614605" y="2431253"/>
              <a:ext cx="1371864" cy="0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eur droit avec flèche 19">
              <a:extLst>
                <a:ext uri="{FF2B5EF4-FFF2-40B4-BE49-F238E27FC236}">
                  <a16:creationId xmlns:a16="http://schemas.microsoft.com/office/drawing/2014/main" id="{2DC05A7C-E30C-587E-CF24-BDDE640F84CC}"/>
                </a:ext>
              </a:extLst>
            </p:cNvPr>
            <p:cNvCxnSpPr>
              <a:stCxn id="15" idx="1"/>
            </p:cNvCxnSpPr>
            <p:nvPr/>
          </p:nvCxnSpPr>
          <p:spPr>
            <a:xfrm flipH="1">
              <a:off x="7533685" y="3251203"/>
              <a:ext cx="1452784" cy="0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eur droit avec flèche 20">
              <a:extLst>
                <a:ext uri="{FF2B5EF4-FFF2-40B4-BE49-F238E27FC236}">
                  <a16:creationId xmlns:a16="http://schemas.microsoft.com/office/drawing/2014/main" id="{666EF4D4-34E4-411F-842A-1E90EBFDCF98}"/>
                </a:ext>
              </a:extLst>
            </p:cNvPr>
            <p:cNvCxnSpPr>
              <a:stCxn id="14" idx="1"/>
            </p:cNvCxnSpPr>
            <p:nvPr/>
          </p:nvCxnSpPr>
          <p:spPr>
            <a:xfrm flipH="1">
              <a:off x="6425076" y="4071153"/>
              <a:ext cx="2561393" cy="0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eur en angle 21">
              <a:extLst>
                <a:ext uri="{FF2B5EF4-FFF2-40B4-BE49-F238E27FC236}">
                  <a16:creationId xmlns:a16="http://schemas.microsoft.com/office/drawing/2014/main" id="{44CB1F11-F20F-3759-4321-A598C45D0EB4}"/>
                </a:ext>
              </a:extLst>
            </p:cNvPr>
            <p:cNvCxnSpPr>
              <a:cxnSpLocks/>
              <a:stCxn id="13" idx="1"/>
            </p:cNvCxnSpPr>
            <p:nvPr/>
          </p:nvCxnSpPr>
          <p:spPr>
            <a:xfrm rot="10800000">
              <a:off x="5251731" y="4328335"/>
              <a:ext cx="3740188" cy="562768"/>
            </a:xfrm>
            <a:prstGeom prst="bentConnector3">
              <a:avLst>
                <a:gd name="adj1" fmla="val 99977"/>
              </a:avLst>
            </a:prstGeom>
            <a:ln w="25400" cmpd="sng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63000">
                    <a:schemeClr val="bg1">
                      <a:lumMod val="85000"/>
                    </a:schemeClr>
                  </a:gs>
                  <a:gs pos="100000">
                    <a:schemeClr val="tx1"/>
                  </a:gs>
                </a:gsLst>
                <a:lin ang="5400000" scaled="1"/>
              </a:gradFill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" name="Image 3">
            <a:extLst>
              <a:ext uri="{FF2B5EF4-FFF2-40B4-BE49-F238E27FC236}">
                <a16:creationId xmlns:a16="http://schemas.microsoft.com/office/drawing/2014/main" id="{89F9B34D-F085-D41B-B5ED-FF1F74EF13B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 l="871" r="871"/>
          <a:stretch/>
        </p:blipFill>
        <p:spPr>
          <a:xfrm>
            <a:off x="438811" y="-177744"/>
            <a:ext cx="8752323" cy="8907490"/>
          </a:xfrm>
          <a:prstGeom prst="rect">
            <a:avLst/>
          </a:prstGeom>
        </p:spPr>
      </p:pic>
      <p:sp>
        <p:nvSpPr>
          <p:cNvPr id="7" name="Dodécagone 6">
            <a:extLst>
              <a:ext uri="{FF2B5EF4-FFF2-40B4-BE49-F238E27FC236}">
                <a16:creationId xmlns:a16="http://schemas.microsoft.com/office/drawing/2014/main" id="{F4122AF1-E9CF-7201-9487-8A809D1861B8}"/>
              </a:ext>
            </a:extLst>
          </p:cNvPr>
          <p:cNvSpPr>
            <a:spLocks noChangeAspect="1"/>
          </p:cNvSpPr>
          <p:nvPr/>
        </p:nvSpPr>
        <p:spPr>
          <a:xfrm>
            <a:off x="3664548" y="825388"/>
            <a:ext cx="4515357" cy="4976601"/>
          </a:xfrm>
          <a:custGeom>
            <a:avLst/>
            <a:gdLst>
              <a:gd name="csX0" fmla="*/ 0 w 3463636"/>
              <a:gd name="csY0" fmla="*/ 1480738 h 4045528"/>
              <a:gd name="csX1" fmla="*/ 464063 w 3463636"/>
              <a:gd name="csY1" fmla="*/ 542026 h 4045528"/>
              <a:gd name="csX2" fmla="*/ 1267755 w 3463636"/>
              <a:gd name="csY2" fmla="*/ 0 h 4045528"/>
              <a:gd name="csX3" fmla="*/ 2195881 w 3463636"/>
              <a:gd name="csY3" fmla="*/ 0 h 4045528"/>
              <a:gd name="csX4" fmla="*/ 2999573 w 3463636"/>
              <a:gd name="csY4" fmla="*/ 542026 h 4045528"/>
              <a:gd name="csX5" fmla="*/ 3463636 w 3463636"/>
              <a:gd name="csY5" fmla="*/ 1480738 h 4045528"/>
              <a:gd name="csX6" fmla="*/ 3463636 w 3463636"/>
              <a:gd name="csY6" fmla="*/ 2564790 h 4045528"/>
              <a:gd name="csX7" fmla="*/ 2999573 w 3463636"/>
              <a:gd name="csY7" fmla="*/ 3503502 h 4045528"/>
              <a:gd name="csX8" fmla="*/ 2195881 w 3463636"/>
              <a:gd name="csY8" fmla="*/ 4045528 h 4045528"/>
              <a:gd name="csX9" fmla="*/ 1267755 w 3463636"/>
              <a:gd name="csY9" fmla="*/ 4045528 h 4045528"/>
              <a:gd name="csX10" fmla="*/ 464063 w 3463636"/>
              <a:gd name="csY10" fmla="*/ 3503502 h 4045528"/>
              <a:gd name="csX11" fmla="*/ 0 w 3463636"/>
              <a:gd name="csY11" fmla="*/ 2564790 h 4045528"/>
              <a:gd name="csX12" fmla="*/ 0 w 3463636"/>
              <a:gd name="csY12" fmla="*/ 1480738 h 4045528"/>
              <a:gd name="csX0" fmla="*/ 0 w 3463636"/>
              <a:gd name="csY0" fmla="*/ 1480738 h 4045528"/>
              <a:gd name="csX1" fmla="*/ 464063 w 3463636"/>
              <a:gd name="csY1" fmla="*/ 542026 h 4045528"/>
              <a:gd name="csX2" fmla="*/ 1046083 w 3463636"/>
              <a:gd name="csY2" fmla="*/ 41563 h 4045528"/>
              <a:gd name="csX3" fmla="*/ 2195881 w 3463636"/>
              <a:gd name="csY3" fmla="*/ 0 h 4045528"/>
              <a:gd name="csX4" fmla="*/ 2999573 w 3463636"/>
              <a:gd name="csY4" fmla="*/ 542026 h 4045528"/>
              <a:gd name="csX5" fmla="*/ 3463636 w 3463636"/>
              <a:gd name="csY5" fmla="*/ 1480738 h 4045528"/>
              <a:gd name="csX6" fmla="*/ 3463636 w 3463636"/>
              <a:gd name="csY6" fmla="*/ 2564790 h 4045528"/>
              <a:gd name="csX7" fmla="*/ 2999573 w 3463636"/>
              <a:gd name="csY7" fmla="*/ 3503502 h 4045528"/>
              <a:gd name="csX8" fmla="*/ 2195881 w 3463636"/>
              <a:gd name="csY8" fmla="*/ 4045528 h 4045528"/>
              <a:gd name="csX9" fmla="*/ 1267755 w 3463636"/>
              <a:gd name="csY9" fmla="*/ 4045528 h 4045528"/>
              <a:gd name="csX10" fmla="*/ 464063 w 3463636"/>
              <a:gd name="csY10" fmla="*/ 3503502 h 4045528"/>
              <a:gd name="csX11" fmla="*/ 0 w 3463636"/>
              <a:gd name="csY11" fmla="*/ 2564790 h 4045528"/>
              <a:gd name="csX12" fmla="*/ 0 w 3463636"/>
              <a:gd name="csY12" fmla="*/ 1480738 h 4045528"/>
              <a:gd name="csX0" fmla="*/ 0 w 3463636"/>
              <a:gd name="csY0" fmla="*/ 1439175 h 4003965"/>
              <a:gd name="csX1" fmla="*/ 464063 w 3463636"/>
              <a:gd name="csY1" fmla="*/ 500463 h 4003965"/>
              <a:gd name="csX2" fmla="*/ 1046083 w 3463636"/>
              <a:gd name="csY2" fmla="*/ 0 h 4003965"/>
              <a:gd name="csX3" fmla="*/ 2195881 w 3463636"/>
              <a:gd name="csY3" fmla="*/ 304801 h 4003965"/>
              <a:gd name="csX4" fmla="*/ 2999573 w 3463636"/>
              <a:gd name="csY4" fmla="*/ 500463 h 4003965"/>
              <a:gd name="csX5" fmla="*/ 3463636 w 3463636"/>
              <a:gd name="csY5" fmla="*/ 1439175 h 4003965"/>
              <a:gd name="csX6" fmla="*/ 3463636 w 3463636"/>
              <a:gd name="csY6" fmla="*/ 2523227 h 4003965"/>
              <a:gd name="csX7" fmla="*/ 2999573 w 3463636"/>
              <a:gd name="csY7" fmla="*/ 3461939 h 4003965"/>
              <a:gd name="csX8" fmla="*/ 2195881 w 3463636"/>
              <a:gd name="csY8" fmla="*/ 4003965 h 4003965"/>
              <a:gd name="csX9" fmla="*/ 1267755 w 3463636"/>
              <a:gd name="csY9" fmla="*/ 4003965 h 4003965"/>
              <a:gd name="csX10" fmla="*/ 464063 w 3463636"/>
              <a:gd name="csY10" fmla="*/ 3461939 h 4003965"/>
              <a:gd name="csX11" fmla="*/ 0 w 3463636"/>
              <a:gd name="csY11" fmla="*/ 2523227 h 4003965"/>
              <a:gd name="csX12" fmla="*/ 0 w 3463636"/>
              <a:gd name="csY12" fmla="*/ 1439175 h 4003965"/>
              <a:gd name="csX0" fmla="*/ 0 w 3463636"/>
              <a:gd name="csY0" fmla="*/ 1439175 h 4003965"/>
              <a:gd name="csX1" fmla="*/ 464063 w 3463636"/>
              <a:gd name="csY1" fmla="*/ 500463 h 4003965"/>
              <a:gd name="csX2" fmla="*/ 1046083 w 3463636"/>
              <a:gd name="csY2" fmla="*/ 0 h 4003965"/>
              <a:gd name="csX3" fmla="*/ 2140463 w 3463636"/>
              <a:gd name="csY3" fmla="*/ 110837 h 4003965"/>
              <a:gd name="csX4" fmla="*/ 2999573 w 3463636"/>
              <a:gd name="csY4" fmla="*/ 500463 h 4003965"/>
              <a:gd name="csX5" fmla="*/ 3463636 w 3463636"/>
              <a:gd name="csY5" fmla="*/ 1439175 h 4003965"/>
              <a:gd name="csX6" fmla="*/ 3463636 w 3463636"/>
              <a:gd name="csY6" fmla="*/ 2523227 h 4003965"/>
              <a:gd name="csX7" fmla="*/ 2999573 w 3463636"/>
              <a:gd name="csY7" fmla="*/ 3461939 h 4003965"/>
              <a:gd name="csX8" fmla="*/ 2195881 w 3463636"/>
              <a:gd name="csY8" fmla="*/ 4003965 h 4003965"/>
              <a:gd name="csX9" fmla="*/ 1267755 w 3463636"/>
              <a:gd name="csY9" fmla="*/ 4003965 h 4003965"/>
              <a:gd name="csX10" fmla="*/ 464063 w 3463636"/>
              <a:gd name="csY10" fmla="*/ 3461939 h 4003965"/>
              <a:gd name="csX11" fmla="*/ 0 w 3463636"/>
              <a:gd name="csY11" fmla="*/ 2523227 h 4003965"/>
              <a:gd name="csX12" fmla="*/ 0 w 3463636"/>
              <a:gd name="csY12" fmla="*/ 1439175 h 4003965"/>
              <a:gd name="csX0" fmla="*/ 0 w 3463636"/>
              <a:gd name="csY0" fmla="*/ 1439175 h 4003965"/>
              <a:gd name="csX1" fmla="*/ 464063 w 3463636"/>
              <a:gd name="csY1" fmla="*/ 500463 h 4003965"/>
              <a:gd name="csX2" fmla="*/ 1046083 w 3463636"/>
              <a:gd name="csY2" fmla="*/ 0 h 4003965"/>
              <a:gd name="csX3" fmla="*/ 2140463 w 3463636"/>
              <a:gd name="csY3" fmla="*/ 110837 h 4003965"/>
              <a:gd name="csX4" fmla="*/ 3151973 w 3463636"/>
              <a:gd name="csY4" fmla="*/ 749845 h 4003965"/>
              <a:gd name="csX5" fmla="*/ 3463636 w 3463636"/>
              <a:gd name="csY5" fmla="*/ 1439175 h 4003965"/>
              <a:gd name="csX6" fmla="*/ 3463636 w 3463636"/>
              <a:gd name="csY6" fmla="*/ 2523227 h 4003965"/>
              <a:gd name="csX7" fmla="*/ 2999573 w 3463636"/>
              <a:gd name="csY7" fmla="*/ 3461939 h 4003965"/>
              <a:gd name="csX8" fmla="*/ 2195881 w 3463636"/>
              <a:gd name="csY8" fmla="*/ 4003965 h 4003965"/>
              <a:gd name="csX9" fmla="*/ 1267755 w 3463636"/>
              <a:gd name="csY9" fmla="*/ 4003965 h 4003965"/>
              <a:gd name="csX10" fmla="*/ 464063 w 3463636"/>
              <a:gd name="csY10" fmla="*/ 3461939 h 4003965"/>
              <a:gd name="csX11" fmla="*/ 0 w 3463636"/>
              <a:gd name="csY11" fmla="*/ 2523227 h 4003965"/>
              <a:gd name="csX12" fmla="*/ 0 w 3463636"/>
              <a:gd name="csY12" fmla="*/ 1439175 h 4003965"/>
              <a:gd name="csX0" fmla="*/ 0 w 3685308"/>
              <a:gd name="csY0" fmla="*/ 1439175 h 4003965"/>
              <a:gd name="csX1" fmla="*/ 464063 w 3685308"/>
              <a:gd name="csY1" fmla="*/ 500463 h 4003965"/>
              <a:gd name="csX2" fmla="*/ 1046083 w 3685308"/>
              <a:gd name="csY2" fmla="*/ 0 h 4003965"/>
              <a:gd name="csX3" fmla="*/ 2140463 w 3685308"/>
              <a:gd name="csY3" fmla="*/ 110837 h 4003965"/>
              <a:gd name="csX4" fmla="*/ 3151973 w 3685308"/>
              <a:gd name="csY4" fmla="*/ 749845 h 4003965"/>
              <a:gd name="csX5" fmla="*/ 3685308 w 3685308"/>
              <a:gd name="csY5" fmla="*/ 1674703 h 4003965"/>
              <a:gd name="csX6" fmla="*/ 3463636 w 3685308"/>
              <a:gd name="csY6" fmla="*/ 2523227 h 4003965"/>
              <a:gd name="csX7" fmla="*/ 2999573 w 3685308"/>
              <a:gd name="csY7" fmla="*/ 3461939 h 4003965"/>
              <a:gd name="csX8" fmla="*/ 2195881 w 3685308"/>
              <a:gd name="csY8" fmla="*/ 4003965 h 4003965"/>
              <a:gd name="csX9" fmla="*/ 1267755 w 3685308"/>
              <a:gd name="csY9" fmla="*/ 4003965 h 4003965"/>
              <a:gd name="csX10" fmla="*/ 464063 w 3685308"/>
              <a:gd name="csY10" fmla="*/ 3461939 h 4003965"/>
              <a:gd name="csX11" fmla="*/ 0 w 3685308"/>
              <a:gd name="csY11" fmla="*/ 2523227 h 4003965"/>
              <a:gd name="csX12" fmla="*/ 0 w 3685308"/>
              <a:gd name="csY12" fmla="*/ 1439175 h 4003965"/>
              <a:gd name="csX0" fmla="*/ 0 w 3948545"/>
              <a:gd name="csY0" fmla="*/ 1439175 h 4003965"/>
              <a:gd name="csX1" fmla="*/ 464063 w 3948545"/>
              <a:gd name="csY1" fmla="*/ 500463 h 4003965"/>
              <a:gd name="csX2" fmla="*/ 1046083 w 3948545"/>
              <a:gd name="csY2" fmla="*/ 0 h 4003965"/>
              <a:gd name="csX3" fmla="*/ 2140463 w 3948545"/>
              <a:gd name="csY3" fmla="*/ 110837 h 4003965"/>
              <a:gd name="csX4" fmla="*/ 3151973 w 3948545"/>
              <a:gd name="csY4" fmla="*/ 749845 h 4003965"/>
              <a:gd name="csX5" fmla="*/ 3685308 w 3948545"/>
              <a:gd name="csY5" fmla="*/ 1674703 h 4003965"/>
              <a:gd name="csX6" fmla="*/ 3948545 w 3948545"/>
              <a:gd name="csY6" fmla="*/ 2523227 h 4003965"/>
              <a:gd name="csX7" fmla="*/ 2999573 w 3948545"/>
              <a:gd name="csY7" fmla="*/ 3461939 h 4003965"/>
              <a:gd name="csX8" fmla="*/ 2195881 w 3948545"/>
              <a:gd name="csY8" fmla="*/ 4003965 h 4003965"/>
              <a:gd name="csX9" fmla="*/ 1267755 w 3948545"/>
              <a:gd name="csY9" fmla="*/ 4003965 h 4003965"/>
              <a:gd name="csX10" fmla="*/ 464063 w 3948545"/>
              <a:gd name="csY10" fmla="*/ 3461939 h 4003965"/>
              <a:gd name="csX11" fmla="*/ 0 w 3948545"/>
              <a:gd name="csY11" fmla="*/ 2523227 h 4003965"/>
              <a:gd name="csX12" fmla="*/ 0 w 3948545"/>
              <a:gd name="csY12" fmla="*/ 1439175 h 4003965"/>
              <a:gd name="csX0" fmla="*/ 0 w 4069582"/>
              <a:gd name="csY0" fmla="*/ 1439175 h 4003965"/>
              <a:gd name="csX1" fmla="*/ 464063 w 4069582"/>
              <a:gd name="csY1" fmla="*/ 500463 h 4003965"/>
              <a:gd name="csX2" fmla="*/ 1046083 w 4069582"/>
              <a:gd name="csY2" fmla="*/ 0 h 4003965"/>
              <a:gd name="csX3" fmla="*/ 2140463 w 4069582"/>
              <a:gd name="csY3" fmla="*/ 110837 h 4003965"/>
              <a:gd name="csX4" fmla="*/ 3151973 w 4069582"/>
              <a:gd name="csY4" fmla="*/ 749845 h 4003965"/>
              <a:gd name="csX5" fmla="*/ 3685308 w 4069582"/>
              <a:gd name="csY5" fmla="*/ 1674703 h 4003965"/>
              <a:gd name="csX6" fmla="*/ 3948545 w 4069582"/>
              <a:gd name="csY6" fmla="*/ 2523227 h 4003965"/>
              <a:gd name="csX7" fmla="*/ 3990109 w 4069582"/>
              <a:gd name="csY7" fmla="*/ 3241964 h 4003965"/>
              <a:gd name="csX8" fmla="*/ 2999573 w 4069582"/>
              <a:gd name="csY8" fmla="*/ 3461939 h 4003965"/>
              <a:gd name="csX9" fmla="*/ 2195881 w 4069582"/>
              <a:gd name="csY9" fmla="*/ 4003965 h 4003965"/>
              <a:gd name="csX10" fmla="*/ 1267755 w 4069582"/>
              <a:gd name="csY10" fmla="*/ 4003965 h 4003965"/>
              <a:gd name="csX11" fmla="*/ 464063 w 4069582"/>
              <a:gd name="csY11" fmla="*/ 3461939 h 4003965"/>
              <a:gd name="csX12" fmla="*/ 0 w 4069582"/>
              <a:gd name="csY12" fmla="*/ 2523227 h 4003965"/>
              <a:gd name="csX13" fmla="*/ 0 w 4069582"/>
              <a:gd name="csY13" fmla="*/ 1439175 h 4003965"/>
              <a:gd name="csX0" fmla="*/ 0 w 3990109"/>
              <a:gd name="csY0" fmla="*/ 1439175 h 4003965"/>
              <a:gd name="csX1" fmla="*/ 464063 w 3990109"/>
              <a:gd name="csY1" fmla="*/ 500463 h 4003965"/>
              <a:gd name="csX2" fmla="*/ 1046083 w 3990109"/>
              <a:gd name="csY2" fmla="*/ 0 h 4003965"/>
              <a:gd name="csX3" fmla="*/ 2140463 w 3990109"/>
              <a:gd name="csY3" fmla="*/ 110837 h 4003965"/>
              <a:gd name="csX4" fmla="*/ 3151973 w 3990109"/>
              <a:gd name="csY4" fmla="*/ 749845 h 4003965"/>
              <a:gd name="csX5" fmla="*/ 3685308 w 3990109"/>
              <a:gd name="csY5" fmla="*/ 1674703 h 4003965"/>
              <a:gd name="csX6" fmla="*/ 3948545 w 3990109"/>
              <a:gd name="csY6" fmla="*/ 2523227 h 4003965"/>
              <a:gd name="csX7" fmla="*/ 3990109 w 3990109"/>
              <a:gd name="csY7" fmla="*/ 3241964 h 4003965"/>
              <a:gd name="csX8" fmla="*/ 2999573 w 3990109"/>
              <a:gd name="csY8" fmla="*/ 3461939 h 4003965"/>
              <a:gd name="csX9" fmla="*/ 2195881 w 3990109"/>
              <a:gd name="csY9" fmla="*/ 4003965 h 4003965"/>
              <a:gd name="csX10" fmla="*/ 1267755 w 3990109"/>
              <a:gd name="csY10" fmla="*/ 4003965 h 4003965"/>
              <a:gd name="csX11" fmla="*/ 464063 w 3990109"/>
              <a:gd name="csY11" fmla="*/ 3461939 h 4003965"/>
              <a:gd name="csX12" fmla="*/ 0 w 3990109"/>
              <a:gd name="csY12" fmla="*/ 2523227 h 4003965"/>
              <a:gd name="csX13" fmla="*/ 0 w 3990109"/>
              <a:gd name="csY13" fmla="*/ 1439175 h 4003965"/>
              <a:gd name="csX0" fmla="*/ 0 w 3990109"/>
              <a:gd name="csY0" fmla="*/ 1439175 h 4003965"/>
              <a:gd name="csX1" fmla="*/ 464063 w 3990109"/>
              <a:gd name="csY1" fmla="*/ 500463 h 4003965"/>
              <a:gd name="csX2" fmla="*/ 1046083 w 3990109"/>
              <a:gd name="csY2" fmla="*/ 0 h 4003965"/>
              <a:gd name="csX3" fmla="*/ 2140463 w 3990109"/>
              <a:gd name="csY3" fmla="*/ 110837 h 4003965"/>
              <a:gd name="csX4" fmla="*/ 3151973 w 3990109"/>
              <a:gd name="csY4" fmla="*/ 749845 h 4003965"/>
              <a:gd name="csX5" fmla="*/ 3685308 w 3990109"/>
              <a:gd name="csY5" fmla="*/ 1674703 h 4003965"/>
              <a:gd name="csX6" fmla="*/ 3962400 w 3990109"/>
              <a:gd name="csY6" fmla="*/ 2495518 h 4003965"/>
              <a:gd name="csX7" fmla="*/ 3990109 w 3990109"/>
              <a:gd name="csY7" fmla="*/ 3241964 h 4003965"/>
              <a:gd name="csX8" fmla="*/ 2999573 w 3990109"/>
              <a:gd name="csY8" fmla="*/ 3461939 h 4003965"/>
              <a:gd name="csX9" fmla="*/ 2195881 w 3990109"/>
              <a:gd name="csY9" fmla="*/ 4003965 h 4003965"/>
              <a:gd name="csX10" fmla="*/ 1267755 w 3990109"/>
              <a:gd name="csY10" fmla="*/ 4003965 h 4003965"/>
              <a:gd name="csX11" fmla="*/ 464063 w 3990109"/>
              <a:gd name="csY11" fmla="*/ 3461939 h 4003965"/>
              <a:gd name="csX12" fmla="*/ 0 w 3990109"/>
              <a:gd name="csY12" fmla="*/ 2523227 h 4003965"/>
              <a:gd name="csX13" fmla="*/ 0 w 3990109"/>
              <a:gd name="csY13" fmla="*/ 1439175 h 4003965"/>
              <a:gd name="csX0" fmla="*/ 0 w 3990109"/>
              <a:gd name="csY0" fmla="*/ 1439175 h 4003965"/>
              <a:gd name="csX1" fmla="*/ 464063 w 3990109"/>
              <a:gd name="csY1" fmla="*/ 500463 h 4003965"/>
              <a:gd name="csX2" fmla="*/ 1046083 w 3990109"/>
              <a:gd name="csY2" fmla="*/ 0 h 4003965"/>
              <a:gd name="csX3" fmla="*/ 2140463 w 3990109"/>
              <a:gd name="csY3" fmla="*/ 110837 h 4003965"/>
              <a:gd name="csX4" fmla="*/ 3151973 w 3990109"/>
              <a:gd name="csY4" fmla="*/ 749845 h 4003965"/>
              <a:gd name="csX5" fmla="*/ 3685308 w 3990109"/>
              <a:gd name="csY5" fmla="*/ 1674703 h 4003965"/>
              <a:gd name="csX6" fmla="*/ 3962400 w 3990109"/>
              <a:gd name="csY6" fmla="*/ 2495518 h 4003965"/>
              <a:gd name="csX7" fmla="*/ 3990109 w 3990109"/>
              <a:gd name="csY7" fmla="*/ 3241964 h 4003965"/>
              <a:gd name="csX8" fmla="*/ 2999573 w 3990109"/>
              <a:gd name="csY8" fmla="*/ 3461939 h 4003965"/>
              <a:gd name="csX9" fmla="*/ 2195881 w 3990109"/>
              <a:gd name="csY9" fmla="*/ 4003965 h 4003965"/>
              <a:gd name="csX10" fmla="*/ 1267755 w 3990109"/>
              <a:gd name="csY10" fmla="*/ 4003965 h 4003965"/>
              <a:gd name="csX11" fmla="*/ 464063 w 3990109"/>
              <a:gd name="csY11" fmla="*/ 3461939 h 4003965"/>
              <a:gd name="csX12" fmla="*/ 0 w 3990109"/>
              <a:gd name="csY12" fmla="*/ 2523227 h 4003965"/>
              <a:gd name="csX13" fmla="*/ 0 w 3990109"/>
              <a:gd name="csY13" fmla="*/ 1439175 h 4003965"/>
              <a:gd name="csX0" fmla="*/ 0 w 4488872"/>
              <a:gd name="csY0" fmla="*/ 1439175 h 4003965"/>
              <a:gd name="csX1" fmla="*/ 464063 w 4488872"/>
              <a:gd name="csY1" fmla="*/ 500463 h 4003965"/>
              <a:gd name="csX2" fmla="*/ 1046083 w 4488872"/>
              <a:gd name="csY2" fmla="*/ 0 h 4003965"/>
              <a:gd name="csX3" fmla="*/ 2140463 w 4488872"/>
              <a:gd name="csY3" fmla="*/ 110837 h 4003965"/>
              <a:gd name="csX4" fmla="*/ 3151973 w 4488872"/>
              <a:gd name="csY4" fmla="*/ 749845 h 4003965"/>
              <a:gd name="csX5" fmla="*/ 3685308 w 4488872"/>
              <a:gd name="csY5" fmla="*/ 1674703 h 4003965"/>
              <a:gd name="csX6" fmla="*/ 3962400 w 4488872"/>
              <a:gd name="csY6" fmla="*/ 2495518 h 4003965"/>
              <a:gd name="csX7" fmla="*/ 4488872 w 4488872"/>
              <a:gd name="csY7" fmla="*/ 3463637 h 4003965"/>
              <a:gd name="csX8" fmla="*/ 2999573 w 4488872"/>
              <a:gd name="csY8" fmla="*/ 3461939 h 4003965"/>
              <a:gd name="csX9" fmla="*/ 2195881 w 4488872"/>
              <a:gd name="csY9" fmla="*/ 4003965 h 4003965"/>
              <a:gd name="csX10" fmla="*/ 1267755 w 4488872"/>
              <a:gd name="csY10" fmla="*/ 4003965 h 4003965"/>
              <a:gd name="csX11" fmla="*/ 464063 w 4488872"/>
              <a:gd name="csY11" fmla="*/ 3461939 h 4003965"/>
              <a:gd name="csX12" fmla="*/ 0 w 4488872"/>
              <a:gd name="csY12" fmla="*/ 2523227 h 4003965"/>
              <a:gd name="csX13" fmla="*/ 0 w 4488872"/>
              <a:gd name="csY13" fmla="*/ 1439175 h 4003965"/>
              <a:gd name="csX0" fmla="*/ 0 w 4488872"/>
              <a:gd name="csY0" fmla="*/ 1439175 h 4003965"/>
              <a:gd name="csX1" fmla="*/ 464063 w 4488872"/>
              <a:gd name="csY1" fmla="*/ 500463 h 4003965"/>
              <a:gd name="csX2" fmla="*/ 1046083 w 4488872"/>
              <a:gd name="csY2" fmla="*/ 0 h 4003965"/>
              <a:gd name="csX3" fmla="*/ 2140463 w 4488872"/>
              <a:gd name="csY3" fmla="*/ 110837 h 4003965"/>
              <a:gd name="csX4" fmla="*/ 3151973 w 4488872"/>
              <a:gd name="csY4" fmla="*/ 749845 h 4003965"/>
              <a:gd name="csX5" fmla="*/ 3685308 w 4488872"/>
              <a:gd name="csY5" fmla="*/ 1674703 h 4003965"/>
              <a:gd name="csX6" fmla="*/ 3962400 w 4488872"/>
              <a:gd name="csY6" fmla="*/ 2495518 h 4003965"/>
              <a:gd name="csX7" fmla="*/ 4488872 w 4488872"/>
              <a:gd name="csY7" fmla="*/ 3463637 h 4003965"/>
              <a:gd name="csX8" fmla="*/ 2999573 w 4488872"/>
              <a:gd name="csY8" fmla="*/ 3461939 h 4003965"/>
              <a:gd name="csX9" fmla="*/ 2195881 w 4488872"/>
              <a:gd name="csY9" fmla="*/ 4003965 h 4003965"/>
              <a:gd name="csX10" fmla="*/ 1267755 w 4488872"/>
              <a:gd name="csY10" fmla="*/ 4003965 h 4003965"/>
              <a:gd name="csX11" fmla="*/ 464063 w 4488872"/>
              <a:gd name="csY11" fmla="*/ 3461939 h 4003965"/>
              <a:gd name="csX12" fmla="*/ 0 w 4488872"/>
              <a:gd name="csY12" fmla="*/ 2523227 h 4003965"/>
              <a:gd name="csX13" fmla="*/ 0 w 4488872"/>
              <a:gd name="csY13" fmla="*/ 1439175 h 4003965"/>
              <a:gd name="csX0" fmla="*/ 0 w 3963492"/>
              <a:gd name="csY0" fmla="*/ 1439175 h 4003965"/>
              <a:gd name="csX1" fmla="*/ 464063 w 3963492"/>
              <a:gd name="csY1" fmla="*/ 500463 h 4003965"/>
              <a:gd name="csX2" fmla="*/ 1046083 w 3963492"/>
              <a:gd name="csY2" fmla="*/ 0 h 4003965"/>
              <a:gd name="csX3" fmla="*/ 2140463 w 3963492"/>
              <a:gd name="csY3" fmla="*/ 110837 h 4003965"/>
              <a:gd name="csX4" fmla="*/ 3151973 w 3963492"/>
              <a:gd name="csY4" fmla="*/ 749845 h 4003965"/>
              <a:gd name="csX5" fmla="*/ 3685308 w 3963492"/>
              <a:gd name="csY5" fmla="*/ 1674703 h 4003965"/>
              <a:gd name="csX6" fmla="*/ 3962400 w 3963492"/>
              <a:gd name="csY6" fmla="*/ 2495518 h 4003965"/>
              <a:gd name="csX7" fmla="*/ 3920835 w 3963492"/>
              <a:gd name="csY7" fmla="*/ 3269673 h 4003965"/>
              <a:gd name="csX8" fmla="*/ 2999573 w 3963492"/>
              <a:gd name="csY8" fmla="*/ 3461939 h 4003965"/>
              <a:gd name="csX9" fmla="*/ 2195881 w 3963492"/>
              <a:gd name="csY9" fmla="*/ 4003965 h 4003965"/>
              <a:gd name="csX10" fmla="*/ 1267755 w 3963492"/>
              <a:gd name="csY10" fmla="*/ 4003965 h 4003965"/>
              <a:gd name="csX11" fmla="*/ 464063 w 3963492"/>
              <a:gd name="csY11" fmla="*/ 3461939 h 4003965"/>
              <a:gd name="csX12" fmla="*/ 0 w 3963492"/>
              <a:gd name="csY12" fmla="*/ 2523227 h 4003965"/>
              <a:gd name="csX13" fmla="*/ 0 w 3963492"/>
              <a:gd name="csY13" fmla="*/ 1439175 h 4003965"/>
              <a:gd name="csX0" fmla="*/ 0 w 3963492"/>
              <a:gd name="csY0" fmla="*/ 1439175 h 4003965"/>
              <a:gd name="csX1" fmla="*/ 464063 w 3963492"/>
              <a:gd name="csY1" fmla="*/ 500463 h 4003965"/>
              <a:gd name="csX2" fmla="*/ 1046083 w 3963492"/>
              <a:gd name="csY2" fmla="*/ 0 h 4003965"/>
              <a:gd name="csX3" fmla="*/ 2140463 w 3963492"/>
              <a:gd name="csY3" fmla="*/ 110837 h 4003965"/>
              <a:gd name="csX4" fmla="*/ 3151973 w 3963492"/>
              <a:gd name="csY4" fmla="*/ 749845 h 4003965"/>
              <a:gd name="csX5" fmla="*/ 3685308 w 3963492"/>
              <a:gd name="csY5" fmla="*/ 1674703 h 4003965"/>
              <a:gd name="csX6" fmla="*/ 3962400 w 3963492"/>
              <a:gd name="csY6" fmla="*/ 2495518 h 4003965"/>
              <a:gd name="csX7" fmla="*/ 3920835 w 3963492"/>
              <a:gd name="csY7" fmla="*/ 3269673 h 4003965"/>
              <a:gd name="csX8" fmla="*/ 2999573 w 3963492"/>
              <a:gd name="csY8" fmla="*/ 3461939 h 4003965"/>
              <a:gd name="csX9" fmla="*/ 2195881 w 3963492"/>
              <a:gd name="csY9" fmla="*/ 4003965 h 4003965"/>
              <a:gd name="csX10" fmla="*/ 1267755 w 3963492"/>
              <a:gd name="csY10" fmla="*/ 4003965 h 4003965"/>
              <a:gd name="csX11" fmla="*/ 464063 w 3963492"/>
              <a:gd name="csY11" fmla="*/ 3461939 h 4003965"/>
              <a:gd name="csX12" fmla="*/ 0 w 3963492"/>
              <a:gd name="csY12" fmla="*/ 2523227 h 4003965"/>
              <a:gd name="csX13" fmla="*/ 0 w 3963492"/>
              <a:gd name="csY13" fmla="*/ 1439175 h 4003965"/>
              <a:gd name="csX0" fmla="*/ 0 w 3963492"/>
              <a:gd name="csY0" fmla="*/ 1439175 h 4003965"/>
              <a:gd name="csX1" fmla="*/ 464063 w 3963492"/>
              <a:gd name="csY1" fmla="*/ 500463 h 4003965"/>
              <a:gd name="csX2" fmla="*/ 1046083 w 3963492"/>
              <a:gd name="csY2" fmla="*/ 0 h 4003965"/>
              <a:gd name="csX3" fmla="*/ 2140463 w 3963492"/>
              <a:gd name="csY3" fmla="*/ 110837 h 4003965"/>
              <a:gd name="csX4" fmla="*/ 3151973 w 3963492"/>
              <a:gd name="csY4" fmla="*/ 749845 h 4003965"/>
              <a:gd name="csX5" fmla="*/ 3685308 w 3963492"/>
              <a:gd name="csY5" fmla="*/ 1674703 h 4003965"/>
              <a:gd name="csX6" fmla="*/ 3962400 w 3963492"/>
              <a:gd name="csY6" fmla="*/ 2495518 h 4003965"/>
              <a:gd name="csX7" fmla="*/ 3920835 w 3963492"/>
              <a:gd name="csY7" fmla="*/ 3269673 h 4003965"/>
              <a:gd name="csX8" fmla="*/ 3262809 w 3963492"/>
              <a:gd name="csY8" fmla="*/ 3863721 h 4003965"/>
              <a:gd name="csX9" fmla="*/ 2195881 w 3963492"/>
              <a:gd name="csY9" fmla="*/ 4003965 h 4003965"/>
              <a:gd name="csX10" fmla="*/ 1267755 w 3963492"/>
              <a:gd name="csY10" fmla="*/ 4003965 h 4003965"/>
              <a:gd name="csX11" fmla="*/ 464063 w 3963492"/>
              <a:gd name="csY11" fmla="*/ 3461939 h 4003965"/>
              <a:gd name="csX12" fmla="*/ 0 w 3963492"/>
              <a:gd name="csY12" fmla="*/ 2523227 h 4003965"/>
              <a:gd name="csX13" fmla="*/ 0 w 3963492"/>
              <a:gd name="csY13" fmla="*/ 1439175 h 4003965"/>
              <a:gd name="csX0" fmla="*/ 0 w 3963492"/>
              <a:gd name="csY0" fmla="*/ 1439175 h 4003965"/>
              <a:gd name="csX1" fmla="*/ 464063 w 3963492"/>
              <a:gd name="csY1" fmla="*/ 500463 h 4003965"/>
              <a:gd name="csX2" fmla="*/ 1046083 w 3963492"/>
              <a:gd name="csY2" fmla="*/ 0 h 4003965"/>
              <a:gd name="csX3" fmla="*/ 2140463 w 3963492"/>
              <a:gd name="csY3" fmla="*/ 110837 h 4003965"/>
              <a:gd name="csX4" fmla="*/ 3151973 w 3963492"/>
              <a:gd name="csY4" fmla="*/ 749845 h 4003965"/>
              <a:gd name="csX5" fmla="*/ 3685308 w 3963492"/>
              <a:gd name="csY5" fmla="*/ 1674703 h 4003965"/>
              <a:gd name="csX6" fmla="*/ 3962400 w 3963492"/>
              <a:gd name="csY6" fmla="*/ 2495518 h 4003965"/>
              <a:gd name="csX7" fmla="*/ 3920835 w 3963492"/>
              <a:gd name="csY7" fmla="*/ 3269673 h 4003965"/>
              <a:gd name="csX8" fmla="*/ 3262809 w 3963492"/>
              <a:gd name="csY8" fmla="*/ 3863721 h 4003965"/>
              <a:gd name="csX9" fmla="*/ 2195881 w 3963492"/>
              <a:gd name="csY9" fmla="*/ 4003965 h 4003965"/>
              <a:gd name="csX10" fmla="*/ 1267755 w 3963492"/>
              <a:gd name="csY10" fmla="*/ 4003965 h 4003965"/>
              <a:gd name="csX11" fmla="*/ 464063 w 3963492"/>
              <a:gd name="csY11" fmla="*/ 3461939 h 4003965"/>
              <a:gd name="csX12" fmla="*/ 0 w 3963492"/>
              <a:gd name="csY12" fmla="*/ 2523227 h 4003965"/>
              <a:gd name="csX13" fmla="*/ 0 w 3963492"/>
              <a:gd name="csY13" fmla="*/ 1439175 h 4003965"/>
              <a:gd name="csX0" fmla="*/ 0 w 3983852"/>
              <a:gd name="csY0" fmla="*/ 1439175 h 4003965"/>
              <a:gd name="csX1" fmla="*/ 464063 w 3983852"/>
              <a:gd name="csY1" fmla="*/ 500463 h 4003965"/>
              <a:gd name="csX2" fmla="*/ 1046083 w 3983852"/>
              <a:gd name="csY2" fmla="*/ 0 h 4003965"/>
              <a:gd name="csX3" fmla="*/ 2140463 w 3983852"/>
              <a:gd name="csY3" fmla="*/ 110837 h 4003965"/>
              <a:gd name="csX4" fmla="*/ 3151973 w 3983852"/>
              <a:gd name="csY4" fmla="*/ 749845 h 4003965"/>
              <a:gd name="csX5" fmla="*/ 3685308 w 3983852"/>
              <a:gd name="csY5" fmla="*/ 1674703 h 4003965"/>
              <a:gd name="csX6" fmla="*/ 3962400 w 3983852"/>
              <a:gd name="csY6" fmla="*/ 2495518 h 4003965"/>
              <a:gd name="csX7" fmla="*/ 3920835 w 3983852"/>
              <a:gd name="csY7" fmla="*/ 3269673 h 4003965"/>
              <a:gd name="csX8" fmla="*/ 3262809 w 3983852"/>
              <a:gd name="csY8" fmla="*/ 3863721 h 4003965"/>
              <a:gd name="csX9" fmla="*/ 2195881 w 3983852"/>
              <a:gd name="csY9" fmla="*/ 4003965 h 4003965"/>
              <a:gd name="csX10" fmla="*/ 1267755 w 3983852"/>
              <a:gd name="csY10" fmla="*/ 4003965 h 4003965"/>
              <a:gd name="csX11" fmla="*/ 464063 w 3983852"/>
              <a:gd name="csY11" fmla="*/ 3461939 h 4003965"/>
              <a:gd name="csX12" fmla="*/ 0 w 3983852"/>
              <a:gd name="csY12" fmla="*/ 2523227 h 4003965"/>
              <a:gd name="csX13" fmla="*/ 0 w 3983852"/>
              <a:gd name="csY13" fmla="*/ 1439175 h 4003965"/>
              <a:gd name="csX0" fmla="*/ 0 w 3983852"/>
              <a:gd name="csY0" fmla="*/ 1439175 h 4003965"/>
              <a:gd name="csX1" fmla="*/ 436354 w 3983852"/>
              <a:gd name="csY1" fmla="*/ 680572 h 4003965"/>
              <a:gd name="csX2" fmla="*/ 1046083 w 3983852"/>
              <a:gd name="csY2" fmla="*/ 0 h 4003965"/>
              <a:gd name="csX3" fmla="*/ 2140463 w 3983852"/>
              <a:gd name="csY3" fmla="*/ 110837 h 4003965"/>
              <a:gd name="csX4" fmla="*/ 3151973 w 3983852"/>
              <a:gd name="csY4" fmla="*/ 749845 h 4003965"/>
              <a:gd name="csX5" fmla="*/ 3685308 w 3983852"/>
              <a:gd name="csY5" fmla="*/ 1674703 h 4003965"/>
              <a:gd name="csX6" fmla="*/ 3962400 w 3983852"/>
              <a:gd name="csY6" fmla="*/ 2495518 h 4003965"/>
              <a:gd name="csX7" fmla="*/ 3920835 w 3983852"/>
              <a:gd name="csY7" fmla="*/ 3269673 h 4003965"/>
              <a:gd name="csX8" fmla="*/ 3262809 w 3983852"/>
              <a:gd name="csY8" fmla="*/ 3863721 h 4003965"/>
              <a:gd name="csX9" fmla="*/ 2195881 w 3983852"/>
              <a:gd name="csY9" fmla="*/ 4003965 h 4003965"/>
              <a:gd name="csX10" fmla="*/ 1267755 w 3983852"/>
              <a:gd name="csY10" fmla="*/ 4003965 h 4003965"/>
              <a:gd name="csX11" fmla="*/ 464063 w 3983852"/>
              <a:gd name="csY11" fmla="*/ 3461939 h 4003965"/>
              <a:gd name="csX12" fmla="*/ 0 w 3983852"/>
              <a:gd name="csY12" fmla="*/ 2523227 h 4003965"/>
              <a:gd name="csX13" fmla="*/ 0 w 3983852"/>
              <a:gd name="csY13" fmla="*/ 1439175 h 4003965"/>
              <a:gd name="csX0" fmla="*/ 0 w 3983852"/>
              <a:gd name="csY0" fmla="*/ 1439175 h 4003965"/>
              <a:gd name="csX1" fmla="*/ 768863 w 3983852"/>
              <a:gd name="csY1" fmla="*/ 916099 h 4003965"/>
              <a:gd name="csX2" fmla="*/ 1046083 w 3983852"/>
              <a:gd name="csY2" fmla="*/ 0 h 4003965"/>
              <a:gd name="csX3" fmla="*/ 2140463 w 3983852"/>
              <a:gd name="csY3" fmla="*/ 110837 h 4003965"/>
              <a:gd name="csX4" fmla="*/ 3151973 w 3983852"/>
              <a:gd name="csY4" fmla="*/ 749845 h 4003965"/>
              <a:gd name="csX5" fmla="*/ 3685308 w 3983852"/>
              <a:gd name="csY5" fmla="*/ 1674703 h 4003965"/>
              <a:gd name="csX6" fmla="*/ 3962400 w 3983852"/>
              <a:gd name="csY6" fmla="*/ 2495518 h 4003965"/>
              <a:gd name="csX7" fmla="*/ 3920835 w 3983852"/>
              <a:gd name="csY7" fmla="*/ 3269673 h 4003965"/>
              <a:gd name="csX8" fmla="*/ 3262809 w 3983852"/>
              <a:gd name="csY8" fmla="*/ 3863721 h 4003965"/>
              <a:gd name="csX9" fmla="*/ 2195881 w 3983852"/>
              <a:gd name="csY9" fmla="*/ 4003965 h 4003965"/>
              <a:gd name="csX10" fmla="*/ 1267755 w 3983852"/>
              <a:gd name="csY10" fmla="*/ 4003965 h 4003965"/>
              <a:gd name="csX11" fmla="*/ 464063 w 3983852"/>
              <a:gd name="csY11" fmla="*/ 3461939 h 4003965"/>
              <a:gd name="csX12" fmla="*/ 0 w 3983852"/>
              <a:gd name="csY12" fmla="*/ 2523227 h 4003965"/>
              <a:gd name="csX13" fmla="*/ 0 w 3983852"/>
              <a:gd name="csY13" fmla="*/ 1439175 h 4003965"/>
              <a:gd name="csX0" fmla="*/ 0 w 3983852"/>
              <a:gd name="csY0" fmla="*/ 1439175 h 4003965"/>
              <a:gd name="csX1" fmla="*/ 533336 w 3983852"/>
              <a:gd name="csY1" fmla="*/ 749845 h 4003965"/>
              <a:gd name="csX2" fmla="*/ 1046083 w 3983852"/>
              <a:gd name="csY2" fmla="*/ 0 h 4003965"/>
              <a:gd name="csX3" fmla="*/ 2140463 w 3983852"/>
              <a:gd name="csY3" fmla="*/ 110837 h 4003965"/>
              <a:gd name="csX4" fmla="*/ 3151973 w 3983852"/>
              <a:gd name="csY4" fmla="*/ 749845 h 4003965"/>
              <a:gd name="csX5" fmla="*/ 3685308 w 3983852"/>
              <a:gd name="csY5" fmla="*/ 1674703 h 4003965"/>
              <a:gd name="csX6" fmla="*/ 3962400 w 3983852"/>
              <a:gd name="csY6" fmla="*/ 2495518 h 4003965"/>
              <a:gd name="csX7" fmla="*/ 3920835 w 3983852"/>
              <a:gd name="csY7" fmla="*/ 3269673 h 4003965"/>
              <a:gd name="csX8" fmla="*/ 3262809 w 3983852"/>
              <a:gd name="csY8" fmla="*/ 3863721 h 4003965"/>
              <a:gd name="csX9" fmla="*/ 2195881 w 3983852"/>
              <a:gd name="csY9" fmla="*/ 4003965 h 4003965"/>
              <a:gd name="csX10" fmla="*/ 1267755 w 3983852"/>
              <a:gd name="csY10" fmla="*/ 4003965 h 4003965"/>
              <a:gd name="csX11" fmla="*/ 464063 w 3983852"/>
              <a:gd name="csY11" fmla="*/ 3461939 h 4003965"/>
              <a:gd name="csX12" fmla="*/ 0 w 3983852"/>
              <a:gd name="csY12" fmla="*/ 2523227 h 4003965"/>
              <a:gd name="csX13" fmla="*/ 0 w 3983852"/>
              <a:gd name="csY13" fmla="*/ 1439175 h 4003965"/>
              <a:gd name="csX0" fmla="*/ 332509 w 3983852"/>
              <a:gd name="csY0" fmla="*/ 1688557 h 4003965"/>
              <a:gd name="csX1" fmla="*/ 533336 w 3983852"/>
              <a:gd name="csY1" fmla="*/ 749845 h 4003965"/>
              <a:gd name="csX2" fmla="*/ 1046083 w 3983852"/>
              <a:gd name="csY2" fmla="*/ 0 h 4003965"/>
              <a:gd name="csX3" fmla="*/ 2140463 w 3983852"/>
              <a:gd name="csY3" fmla="*/ 110837 h 4003965"/>
              <a:gd name="csX4" fmla="*/ 3151973 w 3983852"/>
              <a:gd name="csY4" fmla="*/ 749845 h 4003965"/>
              <a:gd name="csX5" fmla="*/ 3685308 w 3983852"/>
              <a:gd name="csY5" fmla="*/ 1674703 h 4003965"/>
              <a:gd name="csX6" fmla="*/ 3962400 w 3983852"/>
              <a:gd name="csY6" fmla="*/ 2495518 h 4003965"/>
              <a:gd name="csX7" fmla="*/ 3920835 w 3983852"/>
              <a:gd name="csY7" fmla="*/ 3269673 h 4003965"/>
              <a:gd name="csX8" fmla="*/ 3262809 w 3983852"/>
              <a:gd name="csY8" fmla="*/ 3863721 h 4003965"/>
              <a:gd name="csX9" fmla="*/ 2195881 w 3983852"/>
              <a:gd name="csY9" fmla="*/ 4003965 h 4003965"/>
              <a:gd name="csX10" fmla="*/ 1267755 w 3983852"/>
              <a:gd name="csY10" fmla="*/ 4003965 h 4003965"/>
              <a:gd name="csX11" fmla="*/ 464063 w 3983852"/>
              <a:gd name="csY11" fmla="*/ 3461939 h 4003965"/>
              <a:gd name="csX12" fmla="*/ 0 w 3983852"/>
              <a:gd name="csY12" fmla="*/ 2523227 h 4003965"/>
              <a:gd name="csX13" fmla="*/ 332509 w 3983852"/>
              <a:gd name="csY13" fmla="*/ 1688557 h 4003965"/>
              <a:gd name="csX0" fmla="*/ 249381 w 3983852"/>
              <a:gd name="csY0" fmla="*/ 1674703 h 4003965"/>
              <a:gd name="csX1" fmla="*/ 533336 w 3983852"/>
              <a:gd name="csY1" fmla="*/ 749845 h 4003965"/>
              <a:gd name="csX2" fmla="*/ 1046083 w 3983852"/>
              <a:gd name="csY2" fmla="*/ 0 h 4003965"/>
              <a:gd name="csX3" fmla="*/ 2140463 w 3983852"/>
              <a:gd name="csY3" fmla="*/ 110837 h 4003965"/>
              <a:gd name="csX4" fmla="*/ 3151973 w 3983852"/>
              <a:gd name="csY4" fmla="*/ 749845 h 4003965"/>
              <a:gd name="csX5" fmla="*/ 3685308 w 3983852"/>
              <a:gd name="csY5" fmla="*/ 1674703 h 4003965"/>
              <a:gd name="csX6" fmla="*/ 3962400 w 3983852"/>
              <a:gd name="csY6" fmla="*/ 2495518 h 4003965"/>
              <a:gd name="csX7" fmla="*/ 3920835 w 3983852"/>
              <a:gd name="csY7" fmla="*/ 3269673 h 4003965"/>
              <a:gd name="csX8" fmla="*/ 3262809 w 3983852"/>
              <a:gd name="csY8" fmla="*/ 3863721 h 4003965"/>
              <a:gd name="csX9" fmla="*/ 2195881 w 3983852"/>
              <a:gd name="csY9" fmla="*/ 4003965 h 4003965"/>
              <a:gd name="csX10" fmla="*/ 1267755 w 3983852"/>
              <a:gd name="csY10" fmla="*/ 4003965 h 4003965"/>
              <a:gd name="csX11" fmla="*/ 464063 w 3983852"/>
              <a:gd name="csY11" fmla="*/ 3461939 h 4003965"/>
              <a:gd name="csX12" fmla="*/ 0 w 3983852"/>
              <a:gd name="csY12" fmla="*/ 2523227 h 4003965"/>
              <a:gd name="csX13" fmla="*/ 249381 w 3983852"/>
              <a:gd name="csY13" fmla="*/ 1674703 h 4003965"/>
              <a:gd name="csX0" fmla="*/ 96981 w 3831452"/>
              <a:gd name="csY0" fmla="*/ 1674703 h 4003965"/>
              <a:gd name="csX1" fmla="*/ 380936 w 3831452"/>
              <a:gd name="csY1" fmla="*/ 749845 h 4003965"/>
              <a:gd name="csX2" fmla="*/ 893683 w 3831452"/>
              <a:gd name="csY2" fmla="*/ 0 h 4003965"/>
              <a:gd name="csX3" fmla="*/ 1988063 w 3831452"/>
              <a:gd name="csY3" fmla="*/ 110837 h 4003965"/>
              <a:gd name="csX4" fmla="*/ 2999573 w 3831452"/>
              <a:gd name="csY4" fmla="*/ 749845 h 4003965"/>
              <a:gd name="csX5" fmla="*/ 3532908 w 3831452"/>
              <a:gd name="csY5" fmla="*/ 1674703 h 4003965"/>
              <a:gd name="csX6" fmla="*/ 3810000 w 3831452"/>
              <a:gd name="csY6" fmla="*/ 2495518 h 4003965"/>
              <a:gd name="csX7" fmla="*/ 3768435 w 3831452"/>
              <a:gd name="csY7" fmla="*/ 3269673 h 4003965"/>
              <a:gd name="csX8" fmla="*/ 3110409 w 3831452"/>
              <a:gd name="csY8" fmla="*/ 3863721 h 4003965"/>
              <a:gd name="csX9" fmla="*/ 2043481 w 3831452"/>
              <a:gd name="csY9" fmla="*/ 4003965 h 4003965"/>
              <a:gd name="csX10" fmla="*/ 1115355 w 3831452"/>
              <a:gd name="csY10" fmla="*/ 4003965 h 4003965"/>
              <a:gd name="csX11" fmla="*/ 311663 w 3831452"/>
              <a:gd name="csY11" fmla="*/ 3461939 h 4003965"/>
              <a:gd name="csX12" fmla="*/ 0 w 3831452"/>
              <a:gd name="csY12" fmla="*/ 2855737 h 4003965"/>
              <a:gd name="csX13" fmla="*/ 96981 w 3831452"/>
              <a:gd name="csY13" fmla="*/ 1674703 h 4003965"/>
              <a:gd name="csX0" fmla="*/ 96981 w 3831452"/>
              <a:gd name="csY0" fmla="*/ 1674703 h 4210085"/>
              <a:gd name="csX1" fmla="*/ 380936 w 3831452"/>
              <a:gd name="csY1" fmla="*/ 749845 h 4210085"/>
              <a:gd name="csX2" fmla="*/ 893683 w 3831452"/>
              <a:gd name="csY2" fmla="*/ 0 h 4210085"/>
              <a:gd name="csX3" fmla="*/ 1988063 w 3831452"/>
              <a:gd name="csY3" fmla="*/ 110837 h 4210085"/>
              <a:gd name="csX4" fmla="*/ 2999573 w 3831452"/>
              <a:gd name="csY4" fmla="*/ 749845 h 4210085"/>
              <a:gd name="csX5" fmla="*/ 3532908 w 3831452"/>
              <a:gd name="csY5" fmla="*/ 1674703 h 4210085"/>
              <a:gd name="csX6" fmla="*/ 3810000 w 3831452"/>
              <a:gd name="csY6" fmla="*/ 2495518 h 4210085"/>
              <a:gd name="csX7" fmla="*/ 3768435 w 3831452"/>
              <a:gd name="csY7" fmla="*/ 3269673 h 4210085"/>
              <a:gd name="csX8" fmla="*/ 3110409 w 3831452"/>
              <a:gd name="csY8" fmla="*/ 3863721 h 4210085"/>
              <a:gd name="csX9" fmla="*/ 2043481 w 3831452"/>
              <a:gd name="csY9" fmla="*/ 4003965 h 4210085"/>
              <a:gd name="csX10" fmla="*/ 1115355 w 3831452"/>
              <a:gd name="csY10" fmla="*/ 4003965 h 4210085"/>
              <a:gd name="csX11" fmla="*/ 62281 w 3831452"/>
              <a:gd name="csY11" fmla="*/ 4210085 h 4210085"/>
              <a:gd name="csX12" fmla="*/ 0 w 3831452"/>
              <a:gd name="csY12" fmla="*/ 2855737 h 4210085"/>
              <a:gd name="csX13" fmla="*/ 96981 w 3831452"/>
              <a:gd name="csY13" fmla="*/ 1674703 h 4210085"/>
              <a:gd name="csX0" fmla="*/ 96981 w 3831452"/>
              <a:gd name="csY0" fmla="*/ 1674703 h 4308765"/>
              <a:gd name="csX1" fmla="*/ 380936 w 3831452"/>
              <a:gd name="csY1" fmla="*/ 749845 h 4308765"/>
              <a:gd name="csX2" fmla="*/ 893683 w 3831452"/>
              <a:gd name="csY2" fmla="*/ 0 h 4308765"/>
              <a:gd name="csX3" fmla="*/ 1988063 w 3831452"/>
              <a:gd name="csY3" fmla="*/ 110837 h 4308765"/>
              <a:gd name="csX4" fmla="*/ 2999573 w 3831452"/>
              <a:gd name="csY4" fmla="*/ 749845 h 4308765"/>
              <a:gd name="csX5" fmla="*/ 3532908 w 3831452"/>
              <a:gd name="csY5" fmla="*/ 1674703 h 4308765"/>
              <a:gd name="csX6" fmla="*/ 3810000 w 3831452"/>
              <a:gd name="csY6" fmla="*/ 2495518 h 4308765"/>
              <a:gd name="csX7" fmla="*/ 3768435 w 3831452"/>
              <a:gd name="csY7" fmla="*/ 3269673 h 4308765"/>
              <a:gd name="csX8" fmla="*/ 3110409 w 3831452"/>
              <a:gd name="csY8" fmla="*/ 3863721 h 4308765"/>
              <a:gd name="csX9" fmla="*/ 2043481 w 3831452"/>
              <a:gd name="csY9" fmla="*/ 4003965 h 4308765"/>
              <a:gd name="csX10" fmla="*/ 1129210 w 3831452"/>
              <a:gd name="csY10" fmla="*/ 4308765 h 4308765"/>
              <a:gd name="csX11" fmla="*/ 62281 w 3831452"/>
              <a:gd name="csY11" fmla="*/ 4210085 h 4308765"/>
              <a:gd name="csX12" fmla="*/ 0 w 3831452"/>
              <a:gd name="csY12" fmla="*/ 2855737 h 4308765"/>
              <a:gd name="csX13" fmla="*/ 96981 w 3831452"/>
              <a:gd name="csY13" fmla="*/ 1674703 h 4308765"/>
              <a:gd name="csX0" fmla="*/ 96981 w 3831452"/>
              <a:gd name="csY0" fmla="*/ 1674703 h 4308765"/>
              <a:gd name="csX1" fmla="*/ 380936 w 3831452"/>
              <a:gd name="csY1" fmla="*/ 749845 h 4308765"/>
              <a:gd name="csX2" fmla="*/ 893683 w 3831452"/>
              <a:gd name="csY2" fmla="*/ 0 h 4308765"/>
              <a:gd name="csX3" fmla="*/ 1988063 w 3831452"/>
              <a:gd name="csY3" fmla="*/ 110837 h 4308765"/>
              <a:gd name="csX4" fmla="*/ 2999573 w 3831452"/>
              <a:gd name="csY4" fmla="*/ 749845 h 4308765"/>
              <a:gd name="csX5" fmla="*/ 3532908 w 3831452"/>
              <a:gd name="csY5" fmla="*/ 1674703 h 4308765"/>
              <a:gd name="csX6" fmla="*/ 3810000 w 3831452"/>
              <a:gd name="csY6" fmla="*/ 2495518 h 4308765"/>
              <a:gd name="csX7" fmla="*/ 3768435 w 3831452"/>
              <a:gd name="csY7" fmla="*/ 3269673 h 4308765"/>
              <a:gd name="csX8" fmla="*/ 3110409 w 3831452"/>
              <a:gd name="csY8" fmla="*/ 3863721 h 4308765"/>
              <a:gd name="csX9" fmla="*/ 2168172 w 3831452"/>
              <a:gd name="csY9" fmla="*/ 4211783 h 4308765"/>
              <a:gd name="csX10" fmla="*/ 1129210 w 3831452"/>
              <a:gd name="csY10" fmla="*/ 4308765 h 4308765"/>
              <a:gd name="csX11" fmla="*/ 62281 w 3831452"/>
              <a:gd name="csY11" fmla="*/ 4210085 h 4308765"/>
              <a:gd name="csX12" fmla="*/ 0 w 3831452"/>
              <a:gd name="csY12" fmla="*/ 2855737 h 4308765"/>
              <a:gd name="csX13" fmla="*/ 96981 w 3831452"/>
              <a:gd name="csY13" fmla="*/ 1674703 h 4308765"/>
              <a:gd name="csX0" fmla="*/ 96981 w 3831452"/>
              <a:gd name="csY0" fmla="*/ 1674703 h 4308765"/>
              <a:gd name="csX1" fmla="*/ 380936 w 3831452"/>
              <a:gd name="csY1" fmla="*/ 749845 h 4308765"/>
              <a:gd name="csX2" fmla="*/ 893683 w 3831452"/>
              <a:gd name="csY2" fmla="*/ 0 h 4308765"/>
              <a:gd name="csX3" fmla="*/ 1988063 w 3831452"/>
              <a:gd name="csY3" fmla="*/ 110837 h 4308765"/>
              <a:gd name="csX4" fmla="*/ 2999573 w 3831452"/>
              <a:gd name="csY4" fmla="*/ 749845 h 4308765"/>
              <a:gd name="csX5" fmla="*/ 3532908 w 3831452"/>
              <a:gd name="csY5" fmla="*/ 1674703 h 4308765"/>
              <a:gd name="csX6" fmla="*/ 3810000 w 3831452"/>
              <a:gd name="csY6" fmla="*/ 2495518 h 4308765"/>
              <a:gd name="csX7" fmla="*/ 3768435 w 3831452"/>
              <a:gd name="csY7" fmla="*/ 3269673 h 4308765"/>
              <a:gd name="csX8" fmla="*/ 3110409 w 3831452"/>
              <a:gd name="csY8" fmla="*/ 3863721 h 4308765"/>
              <a:gd name="csX9" fmla="*/ 2168172 w 3831452"/>
              <a:gd name="csY9" fmla="*/ 4211783 h 4308765"/>
              <a:gd name="csX10" fmla="*/ 1129210 w 3831452"/>
              <a:gd name="csY10" fmla="*/ 4308765 h 4308765"/>
              <a:gd name="csX11" fmla="*/ 62281 w 3831452"/>
              <a:gd name="csY11" fmla="*/ 4210085 h 4308765"/>
              <a:gd name="csX12" fmla="*/ 0 w 3831452"/>
              <a:gd name="csY12" fmla="*/ 2855737 h 4308765"/>
              <a:gd name="csX13" fmla="*/ 96981 w 3831452"/>
              <a:gd name="csY13" fmla="*/ 1674703 h 4308765"/>
              <a:gd name="csX0" fmla="*/ 96981 w 3831452"/>
              <a:gd name="csY0" fmla="*/ 1674703 h 4308765"/>
              <a:gd name="csX1" fmla="*/ 380936 w 3831452"/>
              <a:gd name="csY1" fmla="*/ 749845 h 4308765"/>
              <a:gd name="csX2" fmla="*/ 893683 w 3831452"/>
              <a:gd name="csY2" fmla="*/ 0 h 4308765"/>
              <a:gd name="csX3" fmla="*/ 1988063 w 3831452"/>
              <a:gd name="csY3" fmla="*/ 110837 h 4308765"/>
              <a:gd name="csX4" fmla="*/ 2999573 w 3831452"/>
              <a:gd name="csY4" fmla="*/ 749845 h 4308765"/>
              <a:gd name="csX5" fmla="*/ 3532908 w 3831452"/>
              <a:gd name="csY5" fmla="*/ 1674703 h 4308765"/>
              <a:gd name="csX6" fmla="*/ 3810000 w 3831452"/>
              <a:gd name="csY6" fmla="*/ 2495518 h 4308765"/>
              <a:gd name="csX7" fmla="*/ 3768435 w 3831452"/>
              <a:gd name="csY7" fmla="*/ 3269673 h 4308765"/>
              <a:gd name="csX8" fmla="*/ 3110409 w 3831452"/>
              <a:gd name="csY8" fmla="*/ 3863721 h 4308765"/>
              <a:gd name="csX9" fmla="*/ 2168172 w 3831452"/>
              <a:gd name="csY9" fmla="*/ 4211783 h 4308765"/>
              <a:gd name="csX10" fmla="*/ 1129210 w 3831452"/>
              <a:gd name="csY10" fmla="*/ 4308765 h 4308765"/>
              <a:gd name="csX11" fmla="*/ 62281 w 3831452"/>
              <a:gd name="csY11" fmla="*/ 4210085 h 4308765"/>
              <a:gd name="csX12" fmla="*/ 0 w 3831452"/>
              <a:gd name="csY12" fmla="*/ 2855737 h 4308765"/>
              <a:gd name="csX13" fmla="*/ 96981 w 3831452"/>
              <a:gd name="csY13" fmla="*/ 1674703 h 4308765"/>
              <a:gd name="csX0" fmla="*/ 96981 w 3831452"/>
              <a:gd name="csY0" fmla="*/ 1674703 h 4308765"/>
              <a:gd name="csX1" fmla="*/ 380936 w 3831452"/>
              <a:gd name="csY1" fmla="*/ 749845 h 4308765"/>
              <a:gd name="csX2" fmla="*/ 893683 w 3831452"/>
              <a:gd name="csY2" fmla="*/ 0 h 4308765"/>
              <a:gd name="csX3" fmla="*/ 1988063 w 3831452"/>
              <a:gd name="csY3" fmla="*/ 110837 h 4308765"/>
              <a:gd name="csX4" fmla="*/ 2999573 w 3831452"/>
              <a:gd name="csY4" fmla="*/ 749845 h 4308765"/>
              <a:gd name="csX5" fmla="*/ 3532908 w 3831452"/>
              <a:gd name="csY5" fmla="*/ 1674703 h 4308765"/>
              <a:gd name="csX6" fmla="*/ 3810000 w 3831452"/>
              <a:gd name="csY6" fmla="*/ 2495518 h 4308765"/>
              <a:gd name="csX7" fmla="*/ 3768435 w 3831452"/>
              <a:gd name="csY7" fmla="*/ 3269673 h 4308765"/>
              <a:gd name="csX8" fmla="*/ 3110409 w 3831452"/>
              <a:gd name="csY8" fmla="*/ 3863721 h 4308765"/>
              <a:gd name="csX9" fmla="*/ 2168172 w 3831452"/>
              <a:gd name="csY9" fmla="*/ 4211783 h 4308765"/>
              <a:gd name="csX10" fmla="*/ 1129210 w 3831452"/>
              <a:gd name="csY10" fmla="*/ 4308765 h 4308765"/>
              <a:gd name="csX11" fmla="*/ 62281 w 3831452"/>
              <a:gd name="csY11" fmla="*/ 4210085 h 4308765"/>
              <a:gd name="csX12" fmla="*/ 0 w 3831452"/>
              <a:gd name="csY12" fmla="*/ 2855737 h 4308765"/>
              <a:gd name="csX13" fmla="*/ 96981 w 3831452"/>
              <a:gd name="csY13" fmla="*/ 1674703 h 4308765"/>
              <a:gd name="csX0" fmla="*/ 96981 w 3831452"/>
              <a:gd name="csY0" fmla="*/ 1674703 h 4308765"/>
              <a:gd name="csX1" fmla="*/ 380936 w 3831452"/>
              <a:gd name="csY1" fmla="*/ 749845 h 4308765"/>
              <a:gd name="csX2" fmla="*/ 893683 w 3831452"/>
              <a:gd name="csY2" fmla="*/ 0 h 4308765"/>
              <a:gd name="csX3" fmla="*/ 1988063 w 3831452"/>
              <a:gd name="csY3" fmla="*/ 110837 h 4308765"/>
              <a:gd name="csX4" fmla="*/ 2999573 w 3831452"/>
              <a:gd name="csY4" fmla="*/ 749845 h 4308765"/>
              <a:gd name="csX5" fmla="*/ 3532908 w 3831452"/>
              <a:gd name="csY5" fmla="*/ 1674703 h 4308765"/>
              <a:gd name="csX6" fmla="*/ 3810000 w 3831452"/>
              <a:gd name="csY6" fmla="*/ 2495518 h 4308765"/>
              <a:gd name="csX7" fmla="*/ 3768435 w 3831452"/>
              <a:gd name="csY7" fmla="*/ 3269673 h 4308765"/>
              <a:gd name="csX8" fmla="*/ 3124263 w 3831452"/>
              <a:gd name="csY8" fmla="*/ 3877576 h 4308765"/>
              <a:gd name="csX9" fmla="*/ 2168172 w 3831452"/>
              <a:gd name="csY9" fmla="*/ 4211783 h 4308765"/>
              <a:gd name="csX10" fmla="*/ 1129210 w 3831452"/>
              <a:gd name="csY10" fmla="*/ 4308765 h 4308765"/>
              <a:gd name="csX11" fmla="*/ 62281 w 3831452"/>
              <a:gd name="csY11" fmla="*/ 4210085 h 4308765"/>
              <a:gd name="csX12" fmla="*/ 0 w 3831452"/>
              <a:gd name="csY12" fmla="*/ 2855737 h 4308765"/>
              <a:gd name="csX13" fmla="*/ 96981 w 3831452"/>
              <a:gd name="csY13" fmla="*/ 1674703 h 4308765"/>
              <a:gd name="csX0" fmla="*/ 96981 w 3863446"/>
              <a:gd name="csY0" fmla="*/ 1674703 h 4308765"/>
              <a:gd name="csX1" fmla="*/ 380936 w 3863446"/>
              <a:gd name="csY1" fmla="*/ 749845 h 4308765"/>
              <a:gd name="csX2" fmla="*/ 893683 w 3863446"/>
              <a:gd name="csY2" fmla="*/ 0 h 4308765"/>
              <a:gd name="csX3" fmla="*/ 1988063 w 3863446"/>
              <a:gd name="csY3" fmla="*/ 110837 h 4308765"/>
              <a:gd name="csX4" fmla="*/ 2999573 w 3863446"/>
              <a:gd name="csY4" fmla="*/ 749845 h 4308765"/>
              <a:gd name="csX5" fmla="*/ 3532908 w 3863446"/>
              <a:gd name="csY5" fmla="*/ 1674703 h 4308765"/>
              <a:gd name="csX6" fmla="*/ 3810000 w 3863446"/>
              <a:gd name="csY6" fmla="*/ 2495518 h 4308765"/>
              <a:gd name="csX7" fmla="*/ 3823853 w 3863446"/>
              <a:gd name="csY7" fmla="*/ 3214255 h 4308765"/>
              <a:gd name="csX8" fmla="*/ 3124263 w 3863446"/>
              <a:gd name="csY8" fmla="*/ 3877576 h 4308765"/>
              <a:gd name="csX9" fmla="*/ 2168172 w 3863446"/>
              <a:gd name="csY9" fmla="*/ 4211783 h 4308765"/>
              <a:gd name="csX10" fmla="*/ 1129210 w 3863446"/>
              <a:gd name="csY10" fmla="*/ 4308765 h 4308765"/>
              <a:gd name="csX11" fmla="*/ 62281 w 3863446"/>
              <a:gd name="csY11" fmla="*/ 4210085 h 4308765"/>
              <a:gd name="csX12" fmla="*/ 0 w 3863446"/>
              <a:gd name="csY12" fmla="*/ 2855737 h 4308765"/>
              <a:gd name="csX13" fmla="*/ 96981 w 3863446"/>
              <a:gd name="csY13" fmla="*/ 1674703 h 4308765"/>
              <a:gd name="csX0" fmla="*/ 96981 w 3810980"/>
              <a:gd name="csY0" fmla="*/ 1674703 h 4308765"/>
              <a:gd name="csX1" fmla="*/ 380936 w 3810980"/>
              <a:gd name="csY1" fmla="*/ 749845 h 4308765"/>
              <a:gd name="csX2" fmla="*/ 893683 w 3810980"/>
              <a:gd name="csY2" fmla="*/ 0 h 4308765"/>
              <a:gd name="csX3" fmla="*/ 1988063 w 3810980"/>
              <a:gd name="csY3" fmla="*/ 110837 h 4308765"/>
              <a:gd name="csX4" fmla="*/ 2999573 w 3810980"/>
              <a:gd name="csY4" fmla="*/ 749845 h 4308765"/>
              <a:gd name="csX5" fmla="*/ 3532908 w 3810980"/>
              <a:gd name="csY5" fmla="*/ 1674703 h 4308765"/>
              <a:gd name="csX6" fmla="*/ 3810000 w 3810980"/>
              <a:gd name="csY6" fmla="*/ 2495518 h 4308765"/>
              <a:gd name="csX7" fmla="*/ 3186544 w 3810980"/>
              <a:gd name="csY7" fmla="*/ 3061855 h 4308765"/>
              <a:gd name="csX8" fmla="*/ 3124263 w 3810980"/>
              <a:gd name="csY8" fmla="*/ 3877576 h 4308765"/>
              <a:gd name="csX9" fmla="*/ 2168172 w 3810980"/>
              <a:gd name="csY9" fmla="*/ 4211783 h 4308765"/>
              <a:gd name="csX10" fmla="*/ 1129210 w 3810980"/>
              <a:gd name="csY10" fmla="*/ 4308765 h 4308765"/>
              <a:gd name="csX11" fmla="*/ 62281 w 3810980"/>
              <a:gd name="csY11" fmla="*/ 4210085 h 4308765"/>
              <a:gd name="csX12" fmla="*/ 0 w 3810980"/>
              <a:gd name="csY12" fmla="*/ 2855737 h 4308765"/>
              <a:gd name="csX13" fmla="*/ 96981 w 3810980"/>
              <a:gd name="csY13" fmla="*/ 1674703 h 4308765"/>
              <a:gd name="csX0" fmla="*/ 96981 w 3873702"/>
              <a:gd name="csY0" fmla="*/ 1674703 h 4308765"/>
              <a:gd name="csX1" fmla="*/ 380936 w 3873702"/>
              <a:gd name="csY1" fmla="*/ 749845 h 4308765"/>
              <a:gd name="csX2" fmla="*/ 893683 w 3873702"/>
              <a:gd name="csY2" fmla="*/ 0 h 4308765"/>
              <a:gd name="csX3" fmla="*/ 1988063 w 3873702"/>
              <a:gd name="csY3" fmla="*/ 110837 h 4308765"/>
              <a:gd name="csX4" fmla="*/ 2999573 w 3873702"/>
              <a:gd name="csY4" fmla="*/ 749845 h 4308765"/>
              <a:gd name="csX5" fmla="*/ 3532908 w 3873702"/>
              <a:gd name="csY5" fmla="*/ 1674703 h 4308765"/>
              <a:gd name="csX6" fmla="*/ 3810000 w 3873702"/>
              <a:gd name="csY6" fmla="*/ 2495518 h 4308765"/>
              <a:gd name="csX7" fmla="*/ 3837707 w 3873702"/>
              <a:gd name="csY7" fmla="*/ 3200401 h 4308765"/>
              <a:gd name="csX8" fmla="*/ 3124263 w 3873702"/>
              <a:gd name="csY8" fmla="*/ 3877576 h 4308765"/>
              <a:gd name="csX9" fmla="*/ 2168172 w 3873702"/>
              <a:gd name="csY9" fmla="*/ 4211783 h 4308765"/>
              <a:gd name="csX10" fmla="*/ 1129210 w 3873702"/>
              <a:gd name="csY10" fmla="*/ 4308765 h 4308765"/>
              <a:gd name="csX11" fmla="*/ 62281 w 3873702"/>
              <a:gd name="csY11" fmla="*/ 4210085 h 4308765"/>
              <a:gd name="csX12" fmla="*/ 0 w 3873702"/>
              <a:gd name="csY12" fmla="*/ 2855737 h 4308765"/>
              <a:gd name="csX13" fmla="*/ 96981 w 3873702"/>
              <a:gd name="csY13" fmla="*/ 1674703 h 4308765"/>
              <a:gd name="csX0" fmla="*/ 96981 w 3855290"/>
              <a:gd name="csY0" fmla="*/ 1674703 h 4308765"/>
              <a:gd name="csX1" fmla="*/ 380936 w 3855290"/>
              <a:gd name="csY1" fmla="*/ 749845 h 4308765"/>
              <a:gd name="csX2" fmla="*/ 893683 w 3855290"/>
              <a:gd name="csY2" fmla="*/ 0 h 4308765"/>
              <a:gd name="csX3" fmla="*/ 1988063 w 3855290"/>
              <a:gd name="csY3" fmla="*/ 110837 h 4308765"/>
              <a:gd name="csX4" fmla="*/ 2999573 w 3855290"/>
              <a:gd name="csY4" fmla="*/ 749845 h 4308765"/>
              <a:gd name="csX5" fmla="*/ 3532908 w 3855290"/>
              <a:gd name="csY5" fmla="*/ 1674703 h 4308765"/>
              <a:gd name="csX6" fmla="*/ 3810000 w 3855290"/>
              <a:gd name="csY6" fmla="*/ 2495518 h 4308765"/>
              <a:gd name="csX7" fmla="*/ 3837707 w 3855290"/>
              <a:gd name="csY7" fmla="*/ 3200401 h 4308765"/>
              <a:gd name="csX8" fmla="*/ 3124263 w 3855290"/>
              <a:gd name="csY8" fmla="*/ 3877576 h 4308765"/>
              <a:gd name="csX9" fmla="*/ 2168172 w 3855290"/>
              <a:gd name="csY9" fmla="*/ 4211783 h 4308765"/>
              <a:gd name="csX10" fmla="*/ 1129210 w 3855290"/>
              <a:gd name="csY10" fmla="*/ 4308765 h 4308765"/>
              <a:gd name="csX11" fmla="*/ 62281 w 3855290"/>
              <a:gd name="csY11" fmla="*/ 4210085 h 4308765"/>
              <a:gd name="csX12" fmla="*/ 0 w 3855290"/>
              <a:gd name="csY12" fmla="*/ 2855737 h 4308765"/>
              <a:gd name="csX13" fmla="*/ 96981 w 3855290"/>
              <a:gd name="csY13" fmla="*/ 1674703 h 4308765"/>
              <a:gd name="csX0" fmla="*/ 96981 w 3855290"/>
              <a:gd name="csY0" fmla="*/ 1674703 h 4308765"/>
              <a:gd name="csX1" fmla="*/ 380936 w 3855290"/>
              <a:gd name="csY1" fmla="*/ 749845 h 4308765"/>
              <a:gd name="csX2" fmla="*/ 893683 w 3855290"/>
              <a:gd name="csY2" fmla="*/ 0 h 4308765"/>
              <a:gd name="csX3" fmla="*/ 1988063 w 3855290"/>
              <a:gd name="csY3" fmla="*/ 110837 h 4308765"/>
              <a:gd name="csX4" fmla="*/ 2999573 w 3855290"/>
              <a:gd name="csY4" fmla="*/ 749845 h 4308765"/>
              <a:gd name="csX5" fmla="*/ 3532908 w 3855290"/>
              <a:gd name="csY5" fmla="*/ 1674703 h 4308765"/>
              <a:gd name="csX6" fmla="*/ 3810000 w 3855290"/>
              <a:gd name="csY6" fmla="*/ 2495518 h 4308765"/>
              <a:gd name="csX7" fmla="*/ 3837707 w 3855290"/>
              <a:gd name="csY7" fmla="*/ 3200401 h 4308765"/>
              <a:gd name="csX8" fmla="*/ 3124263 w 3855290"/>
              <a:gd name="csY8" fmla="*/ 3877576 h 4308765"/>
              <a:gd name="csX9" fmla="*/ 2168172 w 3855290"/>
              <a:gd name="csY9" fmla="*/ 4211783 h 4308765"/>
              <a:gd name="csX10" fmla="*/ 1129210 w 3855290"/>
              <a:gd name="csY10" fmla="*/ 4308765 h 4308765"/>
              <a:gd name="csX11" fmla="*/ 62281 w 3855290"/>
              <a:gd name="csY11" fmla="*/ 4210085 h 4308765"/>
              <a:gd name="csX12" fmla="*/ 0 w 3855290"/>
              <a:gd name="csY12" fmla="*/ 2855737 h 4308765"/>
              <a:gd name="csX13" fmla="*/ 96981 w 3855290"/>
              <a:gd name="csY13" fmla="*/ 1674703 h 4308765"/>
              <a:gd name="csX0" fmla="*/ 138545 w 3896854"/>
              <a:gd name="csY0" fmla="*/ 1674703 h 4308765"/>
              <a:gd name="csX1" fmla="*/ 422500 w 3896854"/>
              <a:gd name="csY1" fmla="*/ 749845 h 4308765"/>
              <a:gd name="csX2" fmla="*/ 935247 w 3896854"/>
              <a:gd name="csY2" fmla="*/ 0 h 4308765"/>
              <a:gd name="csX3" fmla="*/ 2029627 w 3896854"/>
              <a:gd name="csY3" fmla="*/ 110837 h 4308765"/>
              <a:gd name="csX4" fmla="*/ 3041137 w 3896854"/>
              <a:gd name="csY4" fmla="*/ 749845 h 4308765"/>
              <a:gd name="csX5" fmla="*/ 3574472 w 3896854"/>
              <a:gd name="csY5" fmla="*/ 1674703 h 4308765"/>
              <a:gd name="csX6" fmla="*/ 3851564 w 3896854"/>
              <a:gd name="csY6" fmla="*/ 2495518 h 4308765"/>
              <a:gd name="csX7" fmla="*/ 3879271 w 3896854"/>
              <a:gd name="csY7" fmla="*/ 3200401 h 4308765"/>
              <a:gd name="csX8" fmla="*/ 3165827 w 3896854"/>
              <a:gd name="csY8" fmla="*/ 3877576 h 4308765"/>
              <a:gd name="csX9" fmla="*/ 2209736 w 3896854"/>
              <a:gd name="csY9" fmla="*/ 4211783 h 4308765"/>
              <a:gd name="csX10" fmla="*/ 1170774 w 3896854"/>
              <a:gd name="csY10" fmla="*/ 4308765 h 4308765"/>
              <a:gd name="csX11" fmla="*/ 103845 w 3896854"/>
              <a:gd name="csY11" fmla="*/ 4210085 h 4308765"/>
              <a:gd name="csX12" fmla="*/ 0 w 3896854"/>
              <a:gd name="csY12" fmla="*/ 2869592 h 4308765"/>
              <a:gd name="csX13" fmla="*/ 138545 w 3896854"/>
              <a:gd name="csY13" fmla="*/ 1674703 h 4308765"/>
              <a:gd name="csX0" fmla="*/ 96982 w 3855291"/>
              <a:gd name="csY0" fmla="*/ 1674703 h 4308765"/>
              <a:gd name="csX1" fmla="*/ 380937 w 3855291"/>
              <a:gd name="csY1" fmla="*/ 749845 h 4308765"/>
              <a:gd name="csX2" fmla="*/ 893684 w 3855291"/>
              <a:gd name="csY2" fmla="*/ 0 h 4308765"/>
              <a:gd name="csX3" fmla="*/ 1988064 w 3855291"/>
              <a:gd name="csY3" fmla="*/ 110837 h 4308765"/>
              <a:gd name="csX4" fmla="*/ 2999574 w 3855291"/>
              <a:gd name="csY4" fmla="*/ 749845 h 4308765"/>
              <a:gd name="csX5" fmla="*/ 3532909 w 3855291"/>
              <a:gd name="csY5" fmla="*/ 1674703 h 4308765"/>
              <a:gd name="csX6" fmla="*/ 3810001 w 3855291"/>
              <a:gd name="csY6" fmla="*/ 2495518 h 4308765"/>
              <a:gd name="csX7" fmla="*/ 3837708 w 3855291"/>
              <a:gd name="csY7" fmla="*/ 3200401 h 4308765"/>
              <a:gd name="csX8" fmla="*/ 3124264 w 3855291"/>
              <a:gd name="csY8" fmla="*/ 3877576 h 4308765"/>
              <a:gd name="csX9" fmla="*/ 2168173 w 3855291"/>
              <a:gd name="csY9" fmla="*/ 4211783 h 4308765"/>
              <a:gd name="csX10" fmla="*/ 1129211 w 3855291"/>
              <a:gd name="csY10" fmla="*/ 4308765 h 4308765"/>
              <a:gd name="csX11" fmla="*/ 62282 w 3855291"/>
              <a:gd name="csY11" fmla="*/ 4210085 h 4308765"/>
              <a:gd name="csX12" fmla="*/ 0 w 3855291"/>
              <a:gd name="csY12" fmla="*/ 2869592 h 4308765"/>
              <a:gd name="csX13" fmla="*/ 96982 w 3855291"/>
              <a:gd name="csY13" fmla="*/ 1674703 h 4308765"/>
              <a:gd name="csX0" fmla="*/ 96982 w 3855291"/>
              <a:gd name="csY0" fmla="*/ 1674703 h 4308765"/>
              <a:gd name="csX1" fmla="*/ 380937 w 3855291"/>
              <a:gd name="csY1" fmla="*/ 749845 h 4308765"/>
              <a:gd name="csX2" fmla="*/ 893684 w 3855291"/>
              <a:gd name="csY2" fmla="*/ 0 h 4308765"/>
              <a:gd name="csX3" fmla="*/ 1988064 w 3855291"/>
              <a:gd name="csY3" fmla="*/ 110837 h 4308765"/>
              <a:gd name="csX4" fmla="*/ 2999574 w 3855291"/>
              <a:gd name="csY4" fmla="*/ 749845 h 4308765"/>
              <a:gd name="csX5" fmla="*/ 3532909 w 3855291"/>
              <a:gd name="csY5" fmla="*/ 1674703 h 4308765"/>
              <a:gd name="csX6" fmla="*/ 3810001 w 3855291"/>
              <a:gd name="csY6" fmla="*/ 2495518 h 4308765"/>
              <a:gd name="csX7" fmla="*/ 3837708 w 3855291"/>
              <a:gd name="csY7" fmla="*/ 3200401 h 4308765"/>
              <a:gd name="csX8" fmla="*/ 3124264 w 3855291"/>
              <a:gd name="csY8" fmla="*/ 3877576 h 4308765"/>
              <a:gd name="csX9" fmla="*/ 2168173 w 3855291"/>
              <a:gd name="csY9" fmla="*/ 4211783 h 4308765"/>
              <a:gd name="csX10" fmla="*/ 1129211 w 3855291"/>
              <a:gd name="csY10" fmla="*/ 4308765 h 4308765"/>
              <a:gd name="csX11" fmla="*/ 62282 w 3855291"/>
              <a:gd name="csY11" fmla="*/ 4210085 h 4308765"/>
              <a:gd name="csX12" fmla="*/ 0 w 3855291"/>
              <a:gd name="csY12" fmla="*/ 2869592 h 4308765"/>
              <a:gd name="csX13" fmla="*/ 96982 w 3855291"/>
              <a:gd name="csY13" fmla="*/ 1674703 h 4308765"/>
              <a:gd name="csX0" fmla="*/ 96982 w 3855291"/>
              <a:gd name="csY0" fmla="*/ 1674703 h 4308765"/>
              <a:gd name="csX1" fmla="*/ 380937 w 3855291"/>
              <a:gd name="csY1" fmla="*/ 749845 h 4308765"/>
              <a:gd name="csX2" fmla="*/ 893684 w 3855291"/>
              <a:gd name="csY2" fmla="*/ 0 h 4308765"/>
              <a:gd name="csX3" fmla="*/ 1988064 w 3855291"/>
              <a:gd name="csY3" fmla="*/ 110837 h 4308765"/>
              <a:gd name="csX4" fmla="*/ 2999574 w 3855291"/>
              <a:gd name="csY4" fmla="*/ 749845 h 4308765"/>
              <a:gd name="csX5" fmla="*/ 3532909 w 3855291"/>
              <a:gd name="csY5" fmla="*/ 1674703 h 4308765"/>
              <a:gd name="csX6" fmla="*/ 3810001 w 3855291"/>
              <a:gd name="csY6" fmla="*/ 2495518 h 4308765"/>
              <a:gd name="csX7" fmla="*/ 3837708 w 3855291"/>
              <a:gd name="csY7" fmla="*/ 3200401 h 4308765"/>
              <a:gd name="csX8" fmla="*/ 3124264 w 3855291"/>
              <a:gd name="csY8" fmla="*/ 3877576 h 4308765"/>
              <a:gd name="csX9" fmla="*/ 2168173 w 3855291"/>
              <a:gd name="csY9" fmla="*/ 4211783 h 4308765"/>
              <a:gd name="csX10" fmla="*/ 1129211 w 3855291"/>
              <a:gd name="csY10" fmla="*/ 4308765 h 4308765"/>
              <a:gd name="csX11" fmla="*/ 62282 w 3855291"/>
              <a:gd name="csY11" fmla="*/ 4210085 h 4308765"/>
              <a:gd name="csX12" fmla="*/ 0 w 3855291"/>
              <a:gd name="csY12" fmla="*/ 2869592 h 4308765"/>
              <a:gd name="csX13" fmla="*/ 96982 w 3855291"/>
              <a:gd name="csY13" fmla="*/ 1674703 h 4308765"/>
              <a:gd name="csX0" fmla="*/ 96982 w 3855291"/>
              <a:gd name="csY0" fmla="*/ 1674703 h 4308765"/>
              <a:gd name="csX1" fmla="*/ 380937 w 3855291"/>
              <a:gd name="csY1" fmla="*/ 749845 h 4308765"/>
              <a:gd name="csX2" fmla="*/ 893684 w 3855291"/>
              <a:gd name="csY2" fmla="*/ 0 h 4308765"/>
              <a:gd name="csX3" fmla="*/ 1988064 w 3855291"/>
              <a:gd name="csY3" fmla="*/ 110837 h 4308765"/>
              <a:gd name="csX4" fmla="*/ 2999574 w 3855291"/>
              <a:gd name="csY4" fmla="*/ 749845 h 4308765"/>
              <a:gd name="csX5" fmla="*/ 3532909 w 3855291"/>
              <a:gd name="csY5" fmla="*/ 1674703 h 4308765"/>
              <a:gd name="csX6" fmla="*/ 3810001 w 3855291"/>
              <a:gd name="csY6" fmla="*/ 2495518 h 4308765"/>
              <a:gd name="csX7" fmla="*/ 3837708 w 3855291"/>
              <a:gd name="csY7" fmla="*/ 3200401 h 4308765"/>
              <a:gd name="csX8" fmla="*/ 3124264 w 3855291"/>
              <a:gd name="csY8" fmla="*/ 3877576 h 4308765"/>
              <a:gd name="csX9" fmla="*/ 2168173 w 3855291"/>
              <a:gd name="csY9" fmla="*/ 4211783 h 4308765"/>
              <a:gd name="csX10" fmla="*/ 1129211 w 3855291"/>
              <a:gd name="csY10" fmla="*/ 4308765 h 4308765"/>
              <a:gd name="csX11" fmla="*/ 62282 w 3855291"/>
              <a:gd name="csY11" fmla="*/ 4210085 h 4308765"/>
              <a:gd name="csX12" fmla="*/ 0 w 3855291"/>
              <a:gd name="csY12" fmla="*/ 2869592 h 4308765"/>
              <a:gd name="csX13" fmla="*/ 96982 w 3855291"/>
              <a:gd name="csY13" fmla="*/ 1674703 h 4308765"/>
              <a:gd name="csX0" fmla="*/ 96982 w 3855291"/>
              <a:gd name="csY0" fmla="*/ 1674703 h 4308765"/>
              <a:gd name="csX1" fmla="*/ 380937 w 3855291"/>
              <a:gd name="csY1" fmla="*/ 749845 h 4308765"/>
              <a:gd name="csX2" fmla="*/ 893684 w 3855291"/>
              <a:gd name="csY2" fmla="*/ 0 h 4308765"/>
              <a:gd name="csX3" fmla="*/ 1988064 w 3855291"/>
              <a:gd name="csY3" fmla="*/ 110837 h 4308765"/>
              <a:gd name="csX4" fmla="*/ 2999574 w 3855291"/>
              <a:gd name="csY4" fmla="*/ 749845 h 4308765"/>
              <a:gd name="csX5" fmla="*/ 3532909 w 3855291"/>
              <a:gd name="csY5" fmla="*/ 1674703 h 4308765"/>
              <a:gd name="csX6" fmla="*/ 3810001 w 3855291"/>
              <a:gd name="csY6" fmla="*/ 2495518 h 4308765"/>
              <a:gd name="csX7" fmla="*/ 3837708 w 3855291"/>
              <a:gd name="csY7" fmla="*/ 3200401 h 4308765"/>
              <a:gd name="csX8" fmla="*/ 3124264 w 3855291"/>
              <a:gd name="csY8" fmla="*/ 3877576 h 4308765"/>
              <a:gd name="csX9" fmla="*/ 2168173 w 3855291"/>
              <a:gd name="csY9" fmla="*/ 4211783 h 4308765"/>
              <a:gd name="csX10" fmla="*/ 1129211 w 3855291"/>
              <a:gd name="csY10" fmla="*/ 4308765 h 4308765"/>
              <a:gd name="csX11" fmla="*/ 62282 w 3855291"/>
              <a:gd name="csY11" fmla="*/ 4210085 h 4308765"/>
              <a:gd name="csX12" fmla="*/ 0 w 3855291"/>
              <a:gd name="csY12" fmla="*/ 2869592 h 4308765"/>
              <a:gd name="csX13" fmla="*/ 96982 w 3855291"/>
              <a:gd name="csY13" fmla="*/ 1674703 h 4308765"/>
              <a:gd name="csX0" fmla="*/ 96982 w 3855291"/>
              <a:gd name="csY0" fmla="*/ 1674703 h 4308765"/>
              <a:gd name="csX1" fmla="*/ 380937 w 3855291"/>
              <a:gd name="csY1" fmla="*/ 749845 h 4308765"/>
              <a:gd name="csX2" fmla="*/ 893684 w 3855291"/>
              <a:gd name="csY2" fmla="*/ 0 h 4308765"/>
              <a:gd name="csX3" fmla="*/ 2043482 w 3855291"/>
              <a:gd name="csY3" fmla="*/ 207819 h 4308765"/>
              <a:gd name="csX4" fmla="*/ 2999574 w 3855291"/>
              <a:gd name="csY4" fmla="*/ 749845 h 4308765"/>
              <a:gd name="csX5" fmla="*/ 3532909 w 3855291"/>
              <a:gd name="csY5" fmla="*/ 1674703 h 4308765"/>
              <a:gd name="csX6" fmla="*/ 3810001 w 3855291"/>
              <a:gd name="csY6" fmla="*/ 2495518 h 4308765"/>
              <a:gd name="csX7" fmla="*/ 3837708 w 3855291"/>
              <a:gd name="csY7" fmla="*/ 3200401 h 4308765"/>
              <a:gd name="csX8" fmla="*/ 3124264 w 3855291"/>
              <a:gd name="csY8" fmla="*/ 3877576 h 4308765"/>
              <a:gd name="csX9" fmla="*/ 2168173 w 3855291"/>
              <a:gd name="csY9" fmla="*/ 4211783 h 4308765"/>
              <a:gd name="csX10" fmla="*/ 1129211 w 3855291"/>
              <a:gd name="csY10" fmla="*/ 4308765 h 4308765"/>
              <a:gd name="csX11" fmla="*/ 62282 w 3855291"/>
              <a:gd name="csY11" fmla="*/ 4210085 h 4308765"/>
              <a:gd name="csX12" fmla="*/ 0 w 3855291"/>
              <a:gd name="csY12" fmla="*/ 2869592 h 4308765"/>
              <a:gd name="csX13" fmla="*/ 96982 w 3855291"/>
              <a:gd name="csY13" fmla="*/ 1674703 h 4308765"/>
              <a:gd name="csX0" fmla="*/ 96982 w 3855291"/>
              <a:gd name="csY0" fmla="*/ 1674703 h 4308765"/>
              <a:gd name="csX1" fmla="*/ 380937 w 3855291"/>
              <a:gd name="csY1" fmla="*/ 749845 h 4308765"/>
              <a:gd name="csX2" fmla="*/ 893684 w 3855291"/>
              <a:gd name="csY2" fmla="*/ 0 h 4308765"/>
              <a:gd name="csX3" fmla="*/ 2057336 w 3855291"/>
              <a:gd name="csY3" fmla="*/ 235528 h 4308765"/>
              <a:gd name="csX4" fmla="*/ 2999574 w 3855291"/>
              <a:gd name="csY4" fmla="*/ 749845 h 4308765"/>
              <a:gd name="csX5" fmla="*/ 3532909 w 3855291"/>
              <a:gd name="csY5" fmla="*/ 1674703 h 4308765"/>
              <a:gd name="csX6" fmla="*/ 3810001 w 3855291"/>
              <a:gd name="csY6" fmla="*/ 2495518 h 4308765"/>
              <a:gd name="csX7" fmla="*/ 3837708 w 3855291"/>
              <a:gd name="csY7" fmla="*/ 3200401 h 4308765"/>
              <a:gd name="csX8" fmla="*/ 3124264 w 3855291"/>
              <a:gd name="csY8" fmla="*/ 3877576 h 4308765"/>
              <a:gd name="csX9" fmla="*/ 2168173 w 3855291"/>
              <a:gd name="csY9" fmla="*/ 4211783 h 4308765"/>
              <a:gd name="csX10" fmla="*/ 1129211 w 3855291"/>
              <a:gd name="csY10" fmla="*/ 4308765 h 4308765"/>
              <a:gd name="csX11" fmla="*/ 62282 w 3855291"/>
              <a:gd name="csY11" fmla="*/ 4210085 h 4308765"/>
              <a:gd name="csX12" fmla="*/ 0 w 3855291"/>
              <a:gd name="csY12" fmla="*/ 2869592 h 4308765"/>
              <a:gd name="csX13" fmla="*/ 96982 w 3855291"/>
              <a:gd name="csY13" fmla="*/ 1674703 h 4308765"/>
              <a:gd name="csX0" fmla="*/ 96982 w 3855291"/>
              <a:gd name="csY0" fmla="*/ 1674703 h 4308765"/>
              <a:gd name="csX1" fmla="*/ 380937 w 3855291"/>
              <a:gd name="csY1" fmla="*/ 749845 h 4308765"/>
              <a:gd name="csX2" fmla="*/ 893684 w 3855291"/>
              <a:gd name="csY2" fmla="*/ 0 h 4308765"/>
              <a:gd name="csX3" fmla="*/ 2057336 w 3855291"/>
              <a:gd name="csY3" fmla="*/ 235528 h 4308765"/>
              <a:gd name="csX4" fmla="*/ 2999574 w 3855291"/>
              <a:gd name="csY4" fmla="*/ 749845 h 4308765"/>
              <a:gd name="csX5" fmla="*/ 3532909 w 3855291"/>
              <a:gd name="csY5" fmla="*/ 1674703 h 4308765"/>
              <a:gd name="csX6" fmla="*/ 3810001 w 3855291"/>
              <a:gd name="csY6" fmla="*/ 2495518 h 4308765"/>
              <a:gd name="csX7" fmla="*/ 3837708 w 3855291"/>
              <a:gd name="csY7" fmla="*/ 3200401 h 4308765"/>
              <a:gd name="csX8" fmla="*/ 3124264 w 3855291"/>
              <a:gd name="csY8" fmla="*/ 3877576 h 4308765"/>
              <a:gd name="csX9" fmla="*/ 2168173 w 3855291"/>
              <a:gd name="csY9" fmla="*/ 4211783 h 4308765"/>
              <a:gd name="csX10" fmla="*/ 1129211 w 3855291"/>
              <a:gd name="csY10" fmla="*/ 4308765 h 4308765"/>
              <a:gd name="csX11" fmla="*/ 62282 w 3855291"/>
              <a:gd name="csY11" fmla="*/ 4210085 h 4308765"/>
              <a:gd name="csX12" fmla="*/ 0 w 3855291"/>
              <a:gd name="csY12" fmla="*/ 2869592 h 4308765"/>
              <a:gd name="csX13" fmla="*/ 96982 w 3855291"/>
              <a:gd name="csY13" fmla="*/ 1674703 h 4308765"/>
              <a:gd name="csX0" fmla="*/ 96982 w 3855291"/>
              <a:gd name="csY0" fmla="*/ 1674703 h 4308765"/>
              <a:gd name="csX1" fmla="*/ 380937 w 3855291"/>
              <a:gd name="csY1" fmla="*/ 749845 h 4308765"/>
              <a:gd name="csX2" fmla="*/ 893684 w 3855291"/>
              <a:gd name="csY2" fmla="*/ 0 h 4308765"/>
              <a:gd name="csX3" fmla="*/ 2057336 w 3855291"/>
              <a:gd name="csY3" fmla="*/ 235528 h 4308765"/>
              <a:gd name="csX4" fmla="*/ 2999574 w 3855291"/>
              <a:gd name="csY4" fmla="*/ 749845 h 4308765"/>
              <a:gd name="csX5" fmla="*/ 3532909 w 3855291"/>
              <a:gd name="csY5" fmla="*/ 1674703 h 4308765"/>
              <a:gd name="csX6" fmla="*/ 3810001 w 3855291"/>
              <a:gd name="csY6" fmla="*/ 2495518 h 4308765"/>
              <a:gd name="csX7" fmla="*/ 3837708 w 3855291"/>
              <a:gd name="csY7" fmla="*/ 3200401 h 4308765"/>
              <a:gd name="csX8" fmla="*/ 3124264 w 3855291"/>
              <a:gd name="csY8" fmla="*/ 3877576 h 4308765"/>
              <a:gd name="csX9" fmla="*/ 2168173 w 3855291"/>
              <a:gd name="csY9" fmla="*/ 4211783 h 4308765"/>
              <a:gd name="csX10" fmla="*/ 1129211 w 3855291"/>
              <a:gd name="csY10" fmla="*/ 4308765 h 4308765"/>
              <a:gd name="csX11" fmla="*/ 62282 w 3855291"/>
              <a:gd name="csY11" fmla="*/ 4210085 h 4308765"/>
              <a:gd name="csX12" fmla="*/ 0 w 3855291"/>
              <a:gd name="csY12" fmla="*/ 2869592 h 4308765"/>
              <a:gd name="csX13" fmla="*/ 96982 w 3855291"/>
              <a:gd name="csY13" fmla="*/ 1674703 h 4308765"/>
              <a:gd name="csX0" fmla="*/ 96982 w 3855291"/>
              <a:gd name="csY0" fmla="*/ 1674703 h 4308765"/>
              <a:gd name="csX1" fmla="*/ 380937 w 3855291"/>
              <a:gd name="csY1" fmla="*/ 749845 h 4308765"/>
              <a:gd name="csX2" fmla="*/ 893684 w 3855291"/>
              <a:gd name="csY2" fmla="*/ 0 h 4308765"/>
              <a:gd name="csX3" fmla="*/ 2057336 w 3855291"/>
              <a:gd name="csY3" fmla="*/ 235528 h 4308765"/>
              <a:gd name="csX4" fmla="*/ 2971865 w 3855291"/>
              <a:gd name="csY4" fmla="*/ 763699 h 4308765"/>
              <a:gd name="csX5" fmla="*/ 3532909 w 3855291"/>
              <a:gd name="csY5" fmla="*/ 1674703 h 4308765"/>
              <a:gd name="csX6" fmla="*/ 3810001 w 3855291"/>
              <a:gd name="csY6" fmla="*/ 2495518 h 4308765"/>
              <a:gd name="csX7" fmla="*/ 3837708 w 3855291"/>
              <a:gd name="csY7" fmla="*/ 3200401 h 4308765"/>
              <a:gd name="csX8" fmla="*/ 3124264 w 3855291"/>
              <a:gd name="csY8" fmla="*/ 3877576 h 4308765"/>
              <a:gd name="csX9" fmla="*/ 2168173 w 3855291"/>
              <a:gd name="csY9" fmla="*/ 4211783 h 4308765"/>
              <a:gd name="csX10" fmla="*/ 1129211 w 3855291"/>
              <a:gd name="csY10" fmla="*/ 4308765 h 4308765"/>
              <a:gd name="csX11" fmla="*/ 62282 w 3855291"/>
              <a:gd name="csY11" fmla="*/ 4210085 h 4308765"/>
              <a:gd name="csX12" fmla="*/ 0 w 3855291"/>
              <a:gd name="csY12" fmla="*/ 2869592 h 4308765"/>
              <a:gd name="csX13" fmla="*/ 96982 w 3855291"/>
              <a:gd name="csY13" fmla="*/ 1674703 h 4308765"/>
              <a:gd name="csX0" fmla="*/ 96982 w 3855291"/>
              <a:gd name="csY0" fmla="*/ 1674703 h 4308765"/>
              <a:gd name="csX1" fmla="*/ 380937 w 3855291"/>
              <a:gd name="csY1" fmla="*/ 749845 h 4308765"/>
              <a:gd name="csX2" fmla="*/ 893684 w 3855291"/>
              <a:gd name="csY2" fmla="*/ 0 h 4308765"/>
              <a:gd name="csX3" fmla="*/ 2057336 w 3855291"/>
              <a:gd name="csY3" fmla="*/ 235528 h 4308765"/>
              <a:gd name="csX4" fmla="*/ 2902592 w 3855291"/>
              <a:gd name="csY4" fmla="*/ 735990 h 4308765"/>
              <a:gd name="csX5" fmla="*/ 3532909 w 3855291"/>
              <a:gd name="csY5" fmla="*/ 1674703 h 4308765"/>
              <a:gd name="csX6" fmla="*/ 3810001 w 3855291"/>
              <a:gd name="csY6" fmla="*/ 2495518 h 4308765"/>
              <a:gd name="csX7" fmla="*/ 3837708 w 3855291"/>
              <a:gd name="csY7" fmla="*/ 3200401 h 4308765"/>
              <a:gd name="csX8" fmla="*/ 3124264 w 3855291"/>
              <a:gd name="csY8" fmla="*/ 3877576 h 4308765"/>
              <a:gd name="csX9" fmla="*/ 2168173 w 3855291"/>
              <a:gd name="csY9" fmla="*/ 4211783 h 4308765"/>
              <a:gd name="csX10" fmla="*/ 1129211 w 3855291"/>
              <a:gd name="csY10" fmla="*/ 4308765 h 4308765"/>
              <a:gd name="csX11" fmla="*/ 62282 w 3855291"/>
              <a:gd name="csY11" fmla="*/ 4210085 h 4308765"/>
              <a:gd name="csX12" fmla="*/ 0 w 3855291"/>
              <a:gd name="csY12" fmla="*/ 2869592 h 4308765"/>
              <a:gd name="csX13" fmla="*/ 96982 w 3855291"/>
              <a:gd name="csY13" fmla="*/ 1674703 h 4308765"/>
              <a:gd name="csX0" fmla="*/ 96982 w 3855291"/>
              <a:gd name="csY0" fmla="*/ 1674703 h 4308765"/>
              <a:gd name="csX1" fmla="*/ 380937 w 3855291"/>
              <a:gd name="csY1" fmla="*/ 749845 h 4308765"/>
              <a:gd name="csX2" fmla="*/ 893684 w 3855291"/>
              <a:gd name="csY2" fmla="*/ 0 h 4308765"/>
              <a:gd name="csX3" fmla="*/ 2057336 w 3855291"/>
              <a:gd name="csY3" fmla="*/ 235528 h 4308765"/>
              <a:gd name="csX4" fmla="*/ 2930301 w 3855291"/>
              <a:gd name="csY4" fmla="*/ 832971 h 4308765"/>
              <a:gd name="csX5" fmla="*/ 3532909 w 3855291"/>
              <a:gd name="csY5" fmla="*/ 1674703 h 4308765"/>
              <a:gd name="csX6" fmla="*/ 3810001 w 3855291"/>
              <a:gd name="csY6" fmla="*/ 2495518 h 4308765"/>
              <a:gd name="csX7" fmla="*/ 3837708 w 3855291"/>
              <a:gd name="csY7" fmla="*/ 3200401 h 4308765"/>
              <a:gd name="csX8" fmla="*/ 3124264 w 3855291"/>
              <a:gd name="csY8" fmla="*/ 3877576 h 4308765"/>
              <a:gd name="csX9" fmla="*/ 2168173 w 3855291"/>
              <a:gd name="csY9" fmla="*/ 4211783 h 4308765"/>
              <a:gd name="csX10" fmla="*/ 1129211 w 3855291"/>
              <a:gd name="csY10" fmla="*/ 4308765 h 4308765"/>
              <a:gd name="csX11" fmla="*/ 62282 w 3855291"/>
              <a:gd name="csY11" fmla="*/ 4210085 h 4308765"/>
              <a:gd name="csX12" fmla="*/ 0 w 3855291"/>
              <a:gd name="csY12" fmla="*/ 2869592 h 4308765"/>
              <a:gd name="csX13" fmla="*/ 96982 w 3855291"/>
              <a:gd name="csY13" fmla="*/ 1674703 h 4308765"/>
              <a:gd name="csX0" fmla="*/ 96982 w 3855291"/>
              <a:gd name="csY0" fmla="*/ 1674703 h 4308765"/>
              <a:gd name="csX1" fmla="*/ 380937 w 3855291"/>
              <a:gd name="csY1" fmla="*/ 749845 h 4308765"/>
              <a:gd name="csX2" fmla="*/ 893684 w 3855291"/>
              <a:gd name="csY2" fmla="*/ 0 h 4308765"/>
              <a:gd name="csX3" fmla="*/ 2057336 w 3855291"/>
              <a:gd name="csY3" fmla="*/ 235528 h 4308765"/>
              <a:gd name="csX4" fmla="*/ 2930301 w 3855291"/>
              <a:gd name="csY4" fmla="*/ 832971 h 4308765"/>
              <a:gd name="csX5" fmla="*/ 3532909 w 3855291"/>
              <a:gd name="csY5" fmla="*/ 1674703 h 4308765"/>
              <a:gd name="csX6" fmla="*/ 3810001 w 3855291"/>
              <a:gd name="csY6" fmla="*/ 2495518 h 4308765"/>
              <a:gd name="csX7" fmla="*/ 3837708 w 3855291"/>
              <a:gd name="csY7" fmla="*/ 3200401 h 4308765"/>
              <a:gd name="csX8" fmla="*/ 3124264 w 3855291"/>
              <a:gd name="csY8" fmla="*/ 3877576 h 4308765"/>
              <a:gd name="csX9" fmla="*/ 2168173 w 3855291"/>
              <a:gd name="csY9" fmla="*/ 4211783 h 4308765"/>
              <a:gd name="csX10" fmla="*/ 1129211 w 3855291"/>
              <a:gd name="csY10" fmla="*/ 4308765 h 4308765"/>
              <a:gd name="csX11" fmla="*/ 62282 w 3855291"/>
              <a:gd name="csY11" fmla="*/ 4210085 h 4308765"/>
              <a:gd name="csX12" fmla="*/ 0 w 3855291"/>
              <a:gd name="csY12" fmla="*/ 2869592 h 4308765"/>
              <a:gd name="csX13" fmla="*/ 96982 w 3855291"/>
              <a:gd name="csY13" fmla="*/ 1674703 h 4308765"/>
              <a:gd name="csX0" fmla="*/ 96982 w 3855291"/>
              <a:gd name="csY0" fmla="*/ 1674703 h 4308765"/>
              <a:gd name="csX1" fmla="*/ 380937 w 3855291"/>
              <a:gd name="csY1" fmla="*/ 749845 h 4308765"/>
              <a:gd name="csX2" fmla="*/ 893684 w 3855291"/>
              <a:gd name="csY2" fmla="*/ 0 h 4308765"/>
              <a:gd name="csX3" fmla="*/ 2057336 w 3855291"/>
              <a:gd name="csY3" fmla="*/ 235528 h 4308765"/>
              <a:gd name="csX4" fmla="*/ 2930301 w 3855291"/>
              <a:gd name="csY4" fmla="*/ 832971 h 4308765"/>
              <a:gd name="csX5" fmla="*/ 3532909 w 3855291"/>
              <a:gd name="csY5" fmla="*/ 1674703 h 4308765"/>
              <a:gd name="csX6" fmla="*/ 3810001 w 3855291"/>
              <a:gd name="csY6" fmla="*/ 2495518 h 4308765"/>
              <a:gd name="csX7" fmla="*/ 3837708 w 3855291"/>
              <a:gd name="csY7" fmla="*/ 3200401 h 4308765"/>
              <a:gd name="csX8" fmla="*/ 3124264 w 3855291"/>
              <a:gd name="csY8" fmla="*/ 3877576 h 4308765"/>
              <a:gd name="csX9" fmla="*/ 2168173 w 3855291"/>
              <a:gd name="csY9" fmla="*/ 4211783 h 4308765"/>
              <a:gd name="csX10" fmla="*/ 1129211 w 3855291"/>
              <a:gd name="csY10" fmla="*/ 4308765 h 4308765"/>
              <a:gd name="csX11" fmla="*/ 62282 w 3855291"/>
              <a:gd name="csY11" fmla="*/ 4210085 h 4308765"/>
              <a:gd name="csX12" fmla="*/ 0 w 3855291"/>
              <a:gd name="csY12" fmla="*/ 2869592 h 4308765"/>
              <a:gd name="csX13" fmla="*/ 96982 w 3855291"/>
              <a:gd name="csY13" fmla="*/ 1674703 h 4308765"/>
              <a:gd name="csX0" fmla="*/ 96982 w 3855291"/>
              <a:gd name="csY0" fmla="*/ 1674703 h 4308765"/>
              <a:gd name="csX1" fmla="*/ 380937 w 3855291"/>
              <a:gd name="csY1" fmla="*/ 749845 h 4308765"/>
              <a:gd name="csX2" fmla="*/ 893684 w 3855291"/>
              <a:gd name="csY2" fmla="*/ 0 h 4308765"/>
              <a:gd name="csX3" fmla="*/ 2057336 w 3855291"/>
              <a:gd name="csY3" fmla="*/ 235528 h 4308765"/>
              <a:gd name="csX4" fmla="*/ 2930301 w 3855291"/>
              <a:gd name="csY4" fmla="*/ 832971 h 4308765"/>
              <a:gd name="csX5" fmla="*/ 3532909 w 3855291"/>
              <a:gd name="csY5" fmla="*/ 1674703 h 4308765"/>
              <a:gd name="csX6" fmla="*/ 3810001 w 3855291"/>
              <a:gd name="csY6" fmla="*/ 2495518 h 4308765"/>
              <a:gd name="csX7" fmla="*/ 3837708 w 3855291"/>
              <a:gd name="csY7" fmla="*/ 3200401 h 4308765"/>
              <a:gd name="csX8" fmla="*/ 3124264 w 3855291"/>
              <a:gd name="csY8" fmla="*/ 3877576 h 4308765"/>
              <a:gd name="csX9" fmla="*/ 2168173 w 3855291"/>
              <a:gd name="csY9" fmla="*/ 4211783 h 4308765"/>
              <a:gd name="csX10" fmla="*/ 1129211 w 3855291"/>
              <a:gd name="csY10" fmla="*/ 4308765 h 4308765"/>
              <a:gd name="csX11" fmla="*/ 62282 w 3855291"/>
              <a:gd name="csY11" fmla="*/ 4210085 h 4308765"/>
              <a:gd name="csX12" fmla="*/ 0 w 3855291"/>
              <a:gd name="csY12" fmla="*/ 2869592 h 4308765"/>
              <a:gd name="csX13" fmla="*/ 96982 w 3855291"/>
              <a:gd name="csY13" fmla="*/ 1674703 h 4308765"/>
              <a:gd name="csX0" fmla="*/ 96982 w 3855291"/>
              <a:gd name="csY0" fmla="*/ 1674703 h 4308765"/>
              <a:gd name="csX1" fmla="*/ 380937 w 3855291"/>
              <a:gd name="csY1" fmla="*/ 749845 h 4308765"/>
              <a:gd name="csX2" fmla="*/ 893684 w 3855291"/>
              <a:gd name="csY2" fmla="*/ 0 h 4308765"/>
              <a:gd name="csX3" fmla="*/ 2057336 w 3855291"/>
              <a:gd name="csY3" fmla="*/ 235528 h 4308765"/>
              <a:gd name="csX4" fmla="*/ 2930301 w 3855291"/>
              <a:gd name="csY4" fmla="*/ 832971 h 4308765"/>
              <a:gd name="csX5" fmla="*/ 3532909 w 3855291"/>
              <a:gd name="csY5" fmla="*/ 1674703 h 4308765"/>
              <a:gd name="csX6" fmla="*/ 3810001 w 3855291"/>
              <a:gd name="csY6" fmla="*/ 2495518 h 4308765"/>
              <a:gd name="csX7" fmla="*/ 3837708 w 3855291"/>
              <a:gd name="csY7" fmla="*/ 3200401 h 4308765"/>
              <a:gd name="csX8" fmla="*/ 3124264 w 3855291"/>
              <a:gd name="csY8" fmla="*/ 3877576 h 4308765"/>
              <a:gd name="csX9" fmla="*/ 2168173 w 3855291"/>
              <a:gd name="csY9" fmla="*/ 4211783 h 4308765"/>
              <a:gd name="csX10" fmla="*/ 1129211 w 3855291"/>
              <a:gd name="csY10" fmla="*/ 4308765 h 4308765"/>
              <a:gd name="csX11" fmla="*/ 62282 w 3855291"/>
              <a:gd name="csY11" fmla="*/ 4210085 h 4308765"/>
              <a:gd name="csX12" fmla="*/ 0 w 3855291"/>
              <a:gd name="csY12" fmla="*/ 2869592 h 4308765"/>
              <a:gd name="csX13" fmla="*/ 96982 w 3855291"/>
              <a:gd name="csY13" fmla="*/ 1674703 h 4308765"/>
              <a:gd name="csX0" fmla="*/ 96982 w 3855291"/>
              <a:gd name="csY0" fmla="*/ 1674703 h 4308765"/>
              <a:gd name="csX1" fmla="*/ 380937 w 3855291"/>
              <a:gd name="csY1" fmla="*/ 749845 h 4308765"/>
              <a:gd name="csX2" fmla="*/ 893684 w 3855291"/>
              <a:gd name="csY2" fmla="*/ 0 h 4308765"/>
              <a:gd name="csX3" fmla="*/ 2057336 w 3855291"/>
              <a:gd name="csY3" fmla="*/ 235528 h 4308765"/>
              <a:gd name="csX4" fmla="*/ 2930301 w 3855291"/>
              <a:gd name="csY4" fmla="*/ 832971 h 4308765"/>
              <a:gd name="csX5" fmla="*/ 3532909 w 3855291"/>
              <a:gd name="csY5" fmla="*/ 1674703 h 4308765"/>
              <a:gd name="csX6" fmla="*/ 3810001 w 3855291"/>
              <a:gd name="csY6" fmla="*/ 2495518 h 4308765"/>
              <a:gd name="csX7" fmla="*/ 3837708 w 3855291"/>
              <a:gd name="csY7" fmla="*/ 3200401 h 4308765"/>
              <a:gd name="csX8" fmla="*/ 3124264 w 3855291"/>
              <a:gd name="csY8" fmla="*/ 3877576 h 4308765"/>
              <a:gd name="csX9" fmla="*/ 2168173 w 3855291"/>
              <a:gd name="csY9" fmla="*/ 4211783 h 4308765"/>
              <a:gd name="csX10" fmla="*/ 1129211 w 3855291"/>
              <a:gd name="csY10" fmla="*/ 4308765 h 4308765"/>
              <a:gd name="csX11" fmla="*/ 62282 w 3855291"/>
              <a:gd name="csY11" fmla="*/ 4210085 h 4308765"/>
              <a:gd name="csX12" fmla="*/ 0 w 3855291"/>
              <a:gd name="csY12" fmla="*/ 2869592 h 4308765"/>
              <a:gd name="csX13" fmla="*/ 96982 w 3855291"/>
              <a:gd name="csY13" fmla="*/ 1674703 h 4308765"/>
              <a:gd name="csX0" fmla="*/ 96982 w 3855291"/>
              <a:gd name="csY0" fmla="*/ 1674703 h 4308765"/>
              <a:gd name="csX1" fmla="*/ 380937 w 3855291"/>
              <a:gd name="csY1" fmla="*/ 749845 h 4308765"/>
              <a:gd name="csX2" fmla="*/ 893684 w 3855291"/>
              <a:gd name="csY2" fmla="*/ 0 h 4308765"/>
              <a:gd name="csX3" fmla="*/ 2057336 w 3855291"/>
              <a:gd name="csY3" fmla="*/ 235528 h 4308765"/>
              <a:gd name="csX4" fmla="*/ 2930301 w 3855291"/>
              <a:gd name="csY4" fmla="*/ 832971 h 4308765"/>
              <a:gd name="csX5" fmla="*/ 3532909 w 3855291"/>
              <a:gd name="csY5" fmla="*/ 1674703 h 4308765"/>
              <a:gd name="csX6" fmla="*/ 3810001 w 3855291"/>
              <a:gd name="csY6" fmla="*/ 2495518 h 4308765"/>
              <a:gd name="csX7" fmla="*/ 3837708 w 3855291"/>
              <a:gd name="csY7" fmla="*/ 3200401 h 4308765"/>
              <a:gd name="csX8" fmla="*/ 3179682 w 3855291"/>
              <a:gd name="csY8" fmla="*/ 3863721 h 4308765"/>
              <a:gd name="csX9" fmla="*/ 2168173 w 3855291"/>
              <a:gd name="csY9" fmla="*/ 4211783 h 4308765"/>
              <a:gd name="csX10" fmla="*/ 1129211 w 3855291"/>
              <a:gd name="csY10" fmla="*/ 4308765 h 4308765"/>
              <a:gd name="csX11" fmla="*/ 62282 w 3855291"/>
              <a:gd name="csY11" fmla="*/ 4210085 h 4308765"/>
              <a:gd name="csX12" fmla="*/ 0 w 3855291"/>
              <a:gd name="csY12" fmla="*/ 2869592 h 4308765"/>
              <a:gd name="csX13" fmla="*/ 96982 w 3855291"/>
              <a:gd name="csY13" fmla="*/ 1674703 h 4308765"/>
              <a:gd name="csX0" fmla="*/ 96982 w 3855291"/>
              <a:gd name="csY0" fmla="*/ 1674703 h 4308765"/>
              <a:gd name="csX1" fmla="*/ 380937 w 3855291"/>
              <a:gd name="csY1" fmla="*/ 749845 h 4308765"/>
              <a:gd name="csX2" fmla="*/ 893684 w 3855291"/>
              <a:gd name="csY2" fmla="*/ 0 h 4308765"/>
              <a:gd name="csX3" fmla="*/ 2057336 w 3855291"/>
              <a:gd name="csY3" fmla="*/ 235528 h 4308765"/>
              <a:gd name="csX4" fmla="*/ 2930301 w 3855291"/>
              <a:gd name="csY4" fmla="*/ 832971 h 4308765"/>
              <a:gd name="csX5" fmla="*/ 3532909 w 3855291"/>
              <a:gd name="csY5" fmla="*/ 1674703 h 4308765"/>
              <a:gd name="csX6" fmla="*/ 3810001 w 3855291"/>
              <a:gd name="csY6" fmla="*/ 2495518 h 4308765"/>
              <a:gd name="csX7" fmla="*/ 3837708 w 3855291"/>
              <a:gd name="csY7" fmla="*/ 3200401 h 4308765"/>
              <a:gd name="csX8" fmla="*/ 3179682 w 3855291"/>
              <a:gd name="csY8" fmla="*/ 3863721 h 4308765"/>
              <a:gd name="csX9" fmla="*/ 2168173 w 3855291"/>
              <a:gd name="csY9" fmla="*/ 4211783 h 4308765"/>
              <a:gd name="csX10" fmla="*/ 1129211 w 3855291"/>
              <a:gd name="csY10" fmla="*/ 4308765 h 4308765"/>
              <a:gd name="csX11" fmla="*/ 62282 w 3855291"/>
              <a:gd name="csY11" fmla="*/ 4210085 h 4308765"/>
              <a:gd name="csX12" fmla="*/ 0 w 3855291"/>
              <a:gd name="csY12" fmla="*/ 2869592 h 4308765"/>
              <a:gd name="csX13" fmla="*/ 96982 w 3855291"/>
              <a:gd name="csY13" fmla="*/ 1674703 h 4308765"/>
              <a:gd name="csX0" fmla="*/ 96982 w 3855291"/>
              <a:gd name="csY0" fmla="*/ 1674703 h 4308765"/>
              <a:gd name="csX1" fmla="*/ 380937 w 3855291"/>
              <a:gd name="csY1" fmla="*/ 749845 h 4308765"/>
              <a:gd name="csX2" fmla="*/ 893684 w 3855291"/>
              <a:gd name="csY2" fmla="*/ 0 h 4308765"/>
              <a:gd name="csX3" fmla="*/ 2057336 w 3855291"/>
              <a:gd name="csY3" fmla="*/ 235528 h 4308765"/>
              <a:gd name="csX4" fmla="*/ 2930301 w 3855291"/>
              <a:gd name="csY4" fmla="*/ 832971 h 4308765"/>
              <a:gd name="csX5" fmla="*/ 3532909 w 3855291"/>
              <a:gd name="csY5" fmla="*/ 1674703 h 4308765"/>
              <a:gd name="csX6" fmla="*/ 3810001 w 3855291"/>
              <a:gd name="csY6" fmla="*/ 2495518 h 4308765"/>
              <a:gd name="csX7" fmla="*/ 3837708 w 3855291"/>
              <a:gd name="csY7" fmla="*/ 3200401 h 4308765"/>
              <a:gd name="csX8" fmla="*/ 3179682 w 3855291"/>
              <a:gd name="csY8" fmla="*/ 3863721 h 4308765"/>
              <a:gd name="csX9" fmla="*/ 2168173 w 3855291"/>
              <a:gd name="csY9" fmla="*/ 4211783 h 4308765"/>
              <a:gd name="csX10" fmla="*/ 1129211 w 3855291"/>
              <a:gd name="csY10" fmla="*/ 4308765 h 4308765"/>
              <a:gd name="csX11" fmla="*/ 62282 w 3855291"/>
              <a:gd name="csY11" fmla="*/ 4210085 h 4308765"/>
              <a:gd name="csX12" fmla="*/ 0 w 3855291"/>
              <a:gd name="csY12" fmla="*/ 2869592 h 4308765"/>
              <a:gd name="csX13" fmla="*/ 96982 w 3855291"/>
              <a:gd name="csY13" fmla="*/ 1674703 h 4308765"/>
              <a:gd name="csX0" fmla="*/ 110836 w 3869145"/>
              <a:gd name="csY0" fmla="*/ 1674703 h 4308765"/>
              <a:gd name="csX1" fmla="*/ 394791 w 3869145"/>
              <a:gd name="csY1" fmla="*/ 749845 h 4308765"/>
              <a:gd name="csX2" fmla="*/ 907538 w 3869145"/>
              <a:gd name="csY2" fmla="*/ 0 h 4308765"/>
              <a:gd name="csX3" fmla="*/ 2071190 w 3869145"/>
              <a:gd name="csY3" fmla="*/ 235528 h 4308765"/>
              <a:gd name="csX4" fmla="*/ 2944155 w 3869145"/>
              <a:gd name="csY4" fmla="*/ 832971 h 4308765"/>
              <a:gd name="csX5" fmla="*/ 3546763 w 3869145"/>
              <a:gd name="csY5" fmla="*/ 1674703 h 4308765"/>
              <a:gd name="csX6" fmla="*/ 3823855 w 3869145"/>
              <a:gd name="csY6" fmla="*/ 2495518 h 4308765"/>
              <a:gd name="csX7" fmla="*/ 3851562 w 3869145"/>
              <a:gd name="csY7" fmla="*/ 3200401 h 4308765"/>
              <a:gd name="csX8" fmla="*/ 3193536 w 3869145"/>
              <a:gd name="csY8" fmla="*/ 3863721 h 4308765"/>
              <a:gd name="csX9" fmla="*/ 2182027 w 3869145"/>
              <a:gd name="csY9" fmla="*/ 4211783 h 4308765"/>
              <a:gd name="csX10" fmla="*/ 1143065 w 3869145"/>
              <a:gd name="csY10" fmla="*/ 4308765 h 4308765"/>
              <a:gd name="csX11" fmla="*/ 76136 w 3869145"/>
              <a:gd name="csY11" fmla="*/ 4210085 h 4308765"/>
              <a:gd name="csX12" fmla="*/ 0 w 3869145"/>
              <a:gd name="csY12" fmla="*/ 2883447 h 4308765"/>
              <a:gd name="csX13" fmla="*/ 110836 w 3869145"/>
              <a:gd name="csY13" fmla="*/ 1674703 h 4308765"/>
              <a:gd name="csX0" fmla="*/ 110836 w 3869145"/>
              <a:gd name="csY0" fmla="*/ 1674703 h 4308765"/>
              <a:gd name="csX1" fmla="*/ 394791 w 3869145"/>
              <a:gd name="csY1" fmla="*/ 749845 h 4308765"/>
              <a:gd name="csX2" fmla="*/ 907538 w 3869145"/>
              <a:gd name="csY2" fmla="*/ 0 h 4308765"/>
              <a:gd name="csX3" fmla="*/ 2071190 w 3869145"/>
              <a:gd name="csY3" fmla="*/ 235528 h 4308765"/>
              <a:gd name="csX4" fmla="*/ 2944155 w 3869145"/>
              <a:gd name="csY4" fmla="*/ 832971 h 4308765"/>
              <a:gd name="csX5" fmla="*/ 3546763 w 3869145"/>
              <a:gd name="csY5" fmla="*/ 1674703 h 4308765"/>
              <a:gd name="csX6" fmla="*/ 3823855 w 3869145"/>
              <a:gd name="csY6" fmla="*/ 2495518 h 4308765"/>
              <a:gd name="csX7" fmla="*/ 3851562 w 3869145"/>
              <a:gd name="csY7" fmla="*/ 3200401 h 4308765"/>
              <a:gd name="csX8" fmla="*/ 3193536 w 3869145"/>
              <a:gd name="csY8" fmla="*/ 3863721 h 4308765"/>
              <a:gd name="csX9" fmla="*/ 2182027 w 3869145"/>
              <a:gd name="csY9" fmla="*/ 4211783 h 4308765"/>
              <a:gd name="csX10" fmla="*/ 1143065 w 3869145"/>
              <a:gd name="csY10" fmla="*/ 4308765 h 4308765"/>
              <a:gd name="csX11" fmla="*/ 76136 w 3869145"/>
              <a:gd name="csY11" fmla="*/ 4210085 h 4308765"/>
              <a:gd name="csX12" fmla="*/ 0 w 3869145"/>
              <a:gd name="csY12" fmla="*/ 2883447 h 4308765"/>
              <a:gd name="csX13" fmla="*/ 110836 w 3869145"/>
              <a:gd name="csY13" fmla="*/ 1674703 h 4308765"/>
              <a:gd name="csX0" fmla="*/ 110836 w 3869145"/>
              <a:gd name="csY0" fmla="*/ 1674703 h 4308765"/>
              <a:gd name="csX1" fmla="*/ 394791 w 3869145"/>
              <a:gd name="csY1" fmla="*/ 749845 h 4308765"/>
              <a:gd name="csX2" fmla="*/ 907538 w 3869145"/>
              <a:gd name="csY2" fmla="*/ 0 h 4308765"/>
              <a:gd name="csX3" fmla="*/ 2071190 w 3869145"/>
              <a:gd name="csY3" fmla="*/ 235528 h 4308765"/>
              <a:gd name="csX4" fmla="*/ 2944155 w 3869145"/>
              <a:gd name="csY4" fmla="*/ 832971 h 4308765"/>
              <a:gd name="csX5" fmla="*/ 3546763 w 3869145"/>
              <a:gd name="csY5" fmla="*/ 1674703 h 4308765"/>
              <a:gd name="csX6" fmla="*/ 3823855 w 3869145"/>
              <a:gd name="csY6" fmla="*/ 2495518 h 4308765"/>
              <a:gd name="csX7" fmla="*/ 3851562 w 3869145"/>
              <a:gd name="csY7" fmla="*/ 3200401 h 4308765"/>
              <a:gd name="csX8" fmla="*/ 3193536 w 3869145"/>
              <a:gd name="csY8" fmla="*/ 3863721 h 4308765"/>
              <a:gd name="csX9" fmla="*/ 2182027 w 3869145"/>
              <a:gd name="csY9" fmla="*/ 4211783 h 4308765"/>
              <a:gd name="csX10" fmla="*/ 1143065 w 3869145"/>
              <a:gd name="csY10" fmla="*/ 4308765 h 4308765"/>
              <a:gd name="csX11" fmla="*/ 76136 w 3869145"/>
              <a:gd name="csY11" fmla="*/ 4210085 h 4308765"/>
              <a:gd name="csX12" fmla="*/ 0 w 3869145"/>
              <a:gd name="csY12" fmla="*/ 2883447 h 4308765"/>
              <a:gd name="csX13" fmla="*/ 110836 w 3869145"/>
              <a:gd name="csY13" fmla="*/ 1674703 h 4308765"/>
              <a:gd name="csX0" fmla="*/ 110836 w 3869145"/>
              <a:gd name="csY0" fmla="*/ 1674703 h 4308765"/>
              <a:gd name="csX1" fmla="*/ 394791 w 3869145"/>
              <a:gd name="csY1" fmla="*/ 749845 h 4308765"/>
              <a:gd name="csX2" fmla="*/ 907538 w 3869145"/>
              <a:gd name="csY2" fmla="*/ 0 h 4308765"/>
              <a:gd name="csX3" fmla="*/ 2071190 w 3869145"/>
              <a:gd name="csY3" fmla="*/ 235528 h 4308765"/>
              <a:gd name="csX4" fmla="*/ 2944155 w 3869145"/>
              <a:gd name="csY4" fmla="*/ 832971 h 4308765"/>
              <a:gd name="csX5" fmla="*/ 3546763 w 3869145"/>
              <a:gd name="csY5" fmla="*/ 1674703 h 4308765"/>
              <a:gd name="csX6" fmla="*/ 3823855 w 3869145"/>
              <a:gd name="csY6" fmla="*/ 2495518 h 4308765"/>
              <a:gd name="csX7" fmla="*/ 3851562 w 3869145"/>
              <a:gd name="csY7" fmla="*/ 3200401 h 4308765"/>
              <a:gd name="csX8" fmla="*/ 3193536 w 3869145"/>
              <a:gd name="csY8" fmla="*/ 3863721 h 4308765"/>
              <a:gd name="csX9" fmla="*/ 2182027 w 3869145"/>
              <a:gd name="csY9" fmla="*/ 4211783 h 4308765"/>
              <a:gd name="csX10" fmla="*/ 1143065 w 3869145"/>
              <a:gd name="csY10" fmla="*/ 4308765 h 4308765"/>
              <a:gd name="csX11" fmla="*/ 76136 w 3869145"/>
              <a:gd name="csY11" fmla="*/ 4210085 h 4308765"/>
              <a:gd name="csX12" fmla="*/ 0 w 3869145"/>
              <a:gd name="csY12" fmla="*/ 2883447 h 4308765"/>
              <a:gd name="csX13" fmla="*/ 110836 w 3869145"/>
              <a:gd name="csY13" fmla="*/ 1674703 h 4308765"/>
              <a:gd name="csX0" fmla="*/ 110836 w 3869145"/>
              <a:gd name="csY0" fmla="*/ 1674703 h 4308765"/>
              <a:gd name="csX1" fmla="*/ 394791 w 3869145"/>
              <a:gd name="csY1" fmla="*/ 749845 h 4308765"/>
              <a:gd name="csX2" fmla="*/ 907538 w 3869145"/>
              <a:gd name="csY2" fmla="*/ 0 h 4308765"/>
              <a:gd name="csX3" fmla="*/ 2071190 w 3869145"/>
              <a:gd name="csY3" fmla="*/ 235528 h 4308765"/>
              <a:gd name="csX4" fmla="*/ 2944155 w 3869145"/>
              <a:gd name="csY4" fmla="*/ 832971 h 4308765"/>
              <a:gd name="csX5" fmla="*/ 3546763 w 3869145"/>
              <a:gd name="csY5" fmla="*/ 1674703 h 4308765"/>
              <a:gd name="csX6" fmla="*/ 3823855 w 3869145"/>
              <a:gd name="csY6" fmla="*/ 2495518 h 4308765"/>
              <a:gd name="csX7" fmla="*/ 3851562 w 3869145"/>
              <a:gd name="csY7" fmla="*/ 3200401 h 4308765"/>
              <a:gd name="csX8" fmla="*/ 3193536 w 3869145"/>
              <a:gd name="csY8" fmla="*/ 3863721 h 4308765"/>
              <a:gd name="csX9" fmla="*/ 2182027 w 3869145"/>
              <a:gd name="csY9" fmla="*/ 4211783 h 4308765"/>
              <a:gd name="csX10" fmla="*/ 1143065 w 3869145"/>
              <a:gd name="csY10" fmla="*/ 4308765 h 4308765"/>
              <a:gd name="csX11" fmla="*/ 76136 w 3869145"/>
              <a:gd name="csY11" fmla="*/ 4210085 h 4308765"/>
              <a:gd name="csX12" fmla="*/ 0 w 3869145"/>
              <a:gd name="csY12" fmla="*/ 2883447 h 4308765"/>
              <a:gd name="csX13" fmla="*/ 110836 w 3869145"/>
              <a:gd name="csY13" fmla="*/ 1674703 h 4308765"/>
              <a:gd name="csX0" fmla="*/ 110836 w 3869145"/>
              <a:gd name="csY0" fmla="*/ 1674703 h 4308765"/>
              <a:gd name="csX1" fmla="*/ 394791 w 3869145"/>
              <a:gd name="csY1" fmla="*/ 749845 h 4308765"/>
              <a:gd name="csX2" fmla="*/ 907538 w 3869145"/>
              <a:gd name="csY2" fmla="*/ 0 h 4308765"/>
              <a:gd name="csX3" fmla="*/ 2001917 w 3869145"/>
              <a:gd name="csY3" fmla="*/ 249382 h 4308765"/>
              <a:gd name="csX4" fmla="*/ 2944155 w 3869145"/>
              <a:gd name="csY4" fmla="*/ 832971 h 4308765"/>
              <a:gd name="csX5" fmla="*/ 3546763 w 3869145"/>
              <a:gd name="csY5" fmla="*/ 1674703 h 4308765"/>
              <a:gd name="csX6" fmla="*/ 3823855 w 3869145"/>
              <a:gd name="csY6" fmla="*/ 2495518 h 4308765"/>
              <a:gd name="csX7" fmla="*/ 3851562 w 3869145"/>
              <a:gd name="csY7" fmla="*/ 3200401 h 4308765"/>
              <a:gd name="csX8" fmla="*/ 3193536 w 3869145"/>
              <a:gd name="csY8" fmla="*/ 3863721 h 4308765"/>
              <a:gd name="csX9" fmla="*/ 2182027 w 3869145"/>
              <a:gd name="csY9" fmla="*/ 4211783 h 4308765"/>
              <a:gd name="csX10" fmla="*/ 1143065 w 3869145"/>
              <a:gd name="csY10" fmla="*/ 4308765 h 4308765"/>
              <a:gd name="csX11" fmla="*/ 76136 w 3869145"/>
              <a:gd name="csY11" fmla="*/ 4210085 h 4308765"/>
              <a:gd name="csX12" fmla="*/ 0 w 3869145"/>
              <a:gd name="csY12" fmla="*/ 2883447 h 4308765"/>
              <a:gd name="csX13" fmla="*/ 110836 w 3869145"/>
              <a:gd name="csY13" fmla="*/ 1674703 h 4308765"/>
              <a:gd name="csX0" fmla="*/ 110836 w 3869145"/>
              <a:gd name="csY0" fmla="*/ 1674703 h 4308765"/>
              <a:gd name="csX1" fmla="*/ 394791 w 3869145"/>
              <a:gd name="csY1" fmla="*/ 749845 h 4308765"/>
              <a:gd name="csX2" fmla="*/ 907538 w 3869145"/>
              <a:gd name="csY2" fmla="*/ 0 h 4308765"/>
              <a:gd name="csX3" fmla="*/ 2001917 w 3869145"/>
              <a:gd name="csY3" fmla="*/ 249382 h 4308765"/>
              <a:gd name="csX4" fmla="*/ 2944155 w 3869145"/>
              <a:gd name="csY4" fmla="*/ 832971 h 4308765"/>
              <a:gd name="csX5" fmla="*/ 3546763 w 3869145"/>
              <a:gd name="csY5" fmla="*/ 1674703 h 4308765"/>
              <a:gd name="csX6" fmla="*/ 3823855 w 3869145"/>
              <a:gd name="csY6" fmla="*/ 2495518 h 4308765"/>
              <a:gd name="csX7" fmla="*/ 3851562 w 3869145"/>
              <a:gd name="csY7" fmla="*/ 3200401 h 4308765"/>
              <a:gd name="csX8" fmla="*/ 3193536 w 3869145"/>
              <a:gd name="csY8" fmla="*/ 3863721 h 4308765"/>
              <a:gd name="csX9" fmla="*/ 2182027 w 3869145"/>
              <a:gd name="csY9" fmla="*/ 4211783 h 4308765"/>
              <a:gd name="csX10" fmla="*/ 1143065 w 3869145"/>
              <a:gd name="csY10" fmla="*/ 4308765 h 4308765"/>
              <a:gd name="csX11" fmla="*/ 76136 w 3869145"/>
              <a:gd name="csY11" fmla="*/ 4210085 h 4308765"/>
              <a:gd name="csX12" fmla="*/ 0 w 3869145"/>
              <a:gd name="csY12" fmla="*/ 2883447 h 4308765"/>
              <a:gd name="csX13" fmla="*/ 110836 w 3869145"/>
              <a:gd name="csY13" fmla="*/ 1674703 h 4308765"/>
              <a:gd name="csX0" fmla="*/ 110836 w 3869145"/>
              <a:gd name="csY0" fmla="*/ 1674703 h 4308765"/>
              <a:gd name="csX1" fmla="*/ 394791 w 3869145"/>
              <a:gd name="csY1" fmla="*/ 749845 h 4308765"/>
              <a:gd name="csX2" fmla="*/ 907538 w 3869145"/>
              <a:gd name="csY2" fmla="*/ 0 h 4308765"/>
              <a:gd name="csX3" fmla="*/ 2001917 w 3869145"/>
              <a:gd name="csY3" fmla="*/ 249382 h 4308765"/>
              <a:gd name="csX4" fmla="*/ 2944155 w 3869145"/>
              <a:gd name="csY4" fmla="*/ 832971 h 4308765"/>
              <a:gd name="csX5" fmla="*/ 3546763 w 3869145"/>
              <a:gd name="csY5" fmla="*/ 1674703 h 4308765"/>
              <a:gd name="csX6" fmla="*/ 3823855 w 3869145"/>
              <a:gd name="csY6" fmla="*/ 2495518 h 4308765"/>
              <a:gd name="csX7" fmla="*/ 3851562 w 3869145"/>
              <a:gd name="csY7" fmla="*/ 3200401 h 4308765"/>
              <a:gd name="csX8" fmla="*/ 3193536 w 3869145"/>
              <a:gd name="csY8" fmla="*/ 3863721 h 4308765"/>
              <a:gd name="csX9" fmla="*/ 2182027 w 3869145"/>
              <a:gd name="csY9" fmla="*/ 4211783 h 4308765"/>
              <a:gd name="csX10" fmla="*/ 1143065 w 3869145"/>
              <a:gd name="csY10" fmla="*/ 4308765 h 4308765"/>
              <a:gd name="csX11" fmla="*/ 76136 w 3869145"/>
              <a:gd name="csY11" fmla="*/ 4210085 h 4308765"/>
              <a:gd name="csX12" fmla="*/ 0 w 3869145"/>
              <a:gd name="csY12" fmla="*/ 2883447 h 4308765"/>
              <a:gd name="csX13" fmla="*/ 110836 w 3869145"/>
              <a:gd name="csY13" fmla="*/ 1674703 h 4308765"/>
              <a:gd name="csX0" fmla="*/ 110836 w 3869145"/>
              <a:gd name="csY0" fmla="*/ 1688558 h 4322620"/>
              <a:gd name="csX1" fmla="*/ 394791 w 3869145"/>
              <a:gd name="csY1" fmla="*/ 763700 h 4322620"/>
              <a:gd name="csX2" fmla="*/ 907538 w 3869145"/>
              <a:gd name="csY2" fmla="*/ 0 h 4322620"/>
              <a:gd name="csX3" fmla="*/ 2001917 w 3869145"/>
              <a:gd name="csY3" fmla="*/ 263237 h 4322620"/>
              <a:gd name="csX4" fmla="*/ 2944155 w 3869145"/>
              <a:gd name="csY4" fmla="*/ 846826 h 4322620"/>
              <a:gd name="csX5" fmla="*/ 3546763 w 3869145"/>
              <a:gd name="csY5" fmla="*/ 1688558 h 4322620"/>
              <a:gd name="csX6" fmla="*/ 3823855 w 3869145"/>
              <a:gd name="csY6" fmla="*/ 2509373 h 4322620"/>
              <a:gd name="csX7" fmla="*/ 3851562 w 3869145"/>
              <a:gd name="csY7" fmla="*/ 3214256 h 4322620"/>
              <a:gd name="csX8" fmla="*/ 3193536 w 3869145"/>
              <a:gd name="csY8" fmla="*/ 3877576 h 4322620"/>
              <a:gd name="csX9" fmla="*/ 2182027 w 3869145"/>
              <a:gd name="csY9" fmla="*/ 4225638 h 4322620"/>
              <a:gd name="csX10" fmla="*/ 1143065 w 3869145"/>
              <a:gd name="csY10" fmla="*/ 4322620 h 4322620"/>
              <a:gd name="csX11" fmla="*/ 76136 w 3869145"/>
              <a:gd name="csY11" fmla="*/ 4223940 h 4322620"/>
              <a:gd name="csX12" fmla="*/ 0 w 3869145"/>
              <a:gd name="csY12" fmla="*/ 2897302 h 4322620"/>
              <a:gd name="csX13" fmla="*/ 110836 w 3869145"/>
              <a:gd name="csY13" fmla="*/ 1688558 h 4322620"/>
              <a:gd name="csX0" fmla="*/ 110836 w 3869145"/>
              <a:gd name="csY0" fmla="*/ 1674703 h 4308765"/>
              <a:gd name="csX1" fmla="*/ 394791 w 3869145"/>
              <a:gd name="csY1" fmla="*/ 749845 h 4308765"/>
              <a:gd name="csX2" fmla="*/ 921393 w 3869145"/>
              <a:gd name="csY2" fmla="*/ 0 h 4308765"/>
              <a:gd name="csX3" fmla="*/ 2001917 w 3869145"/>
              <a:gd name="csY3" fmla="*/ 249382 h 4308765"/>
              <a:gd name="csX4" fmla="*/ 2944155 w 3869145"/>
              <a:gd name="csY4" fmla="*/ 832971 h 4308765"/>
              <a:gd name="csX5" fmla="*/ 3546763 w 3869145"/>
              <a:gd name="csY5" fmla="*/ 1674703 h 4308765"/>
              <a:gd name="csX6" fmla="*/ 3823855 w 3869145"/>
              <a:gd name="csY6" fmla="*/ 2495518 h 4308765"/>
              <a:gd name="csX7" fmla="*/ 3851562 w 3869145"/>
              <a:gd name="csY7" fmla="*/ 3200401 h 4308765"/>
              <a:gd name="csX8" fmla="*/ 3193536 w 3869145"/>
              <a:gd name="csY8" fmla="*/ 3863721 h 4308765"/>
              <a:gd name="csX9" fmla="*/ 2182027 w 3869145"/>
              <a:gd name="csY9" fmla="*/ 4211783 h 4308765"/>
              <a:gd name="csX10" fmla="*/ 1143065 w 3869145"/>
              <a:gd name="csY10" fmla="*/ 4308765 h 4308765"/>
              <a:gd name="csX11" fmla="*/ 76136 w 3869145"/>
              <a:gd name="csY11" fmla="*/ 4210085 h 4308765"/>
              <a:gd name="csX12" fmla="*/ 0 w 3869145"/>
              <a:gd name="csY12" fmla="*/ 2883447 h 4308765"/>
              <a:gd name="csX13" fmla="*/ 110836 w 3869145"/>
              <a:gd name="csY13" fmla="*/ 1674703 h 4308765"/>
              <a:gd name="csX0" fmla="*/ 110836 w 3869145"/>
              <a:gd name="csY0" fmla="*/ 1674703 h 4308765"/>
              <a:gd name="csX1" fmla="*/ 394791 w 3869145"/>
              <a:gd name="csY1" fmla="*/ 749845 h 4308765"/>
              <a:gd name="csX2" fmla="*/ 921393 w 3869145"/>
              <a:gd name="csY2" fmla="*/ 0 h 4308765"/>
              <a:gd name="csX3" fmla="*/ 2001917 w 3869145"/>
              <a:gd name="csY3" fmla="*/ 249382 h 4308765"/>
              <a:gd name="csX4" fmla="*/ 2944155 w 3869145"/>
              <a:gd name="csY4" fmla="*/ 832971 h 4308765"/>
              <a:gd name="csX5" fmla="*/ 3546763 w 3869145"/>
              <a:gd name="csY5" fmla="*/ 1674703 h 4308765"/>
              <a:gd name="csX6" fmla="*/ 3823855 w 3869145"/>
              <a:gd name="csY6" fmla="*/ 2495518 h 4308765"/>
              <a:gd name="csX7" fmla="*/ 3851562 w 3869145"/>
              <a:gd name="csY7" fmla="*/ 3200401 h 4308765"/>
              <a:gd name="csX8" fmla="*/ 3193536 w 3869145"/>
              <a:gd name="csY8" fmla="*/ 3863721 h 4308765"/>
              <a:gd name="csX9" fmla="*/ 2182027 w 3869145"/>
              <a:gd name="csY9" fmla="*/ 4211783 h 4308765"/>
              <a:gd name="csX10" fmla="*/ 1143065 w 3869145"/>
              <a:gd name="csY10" fmla="*/ 4308765 h 4308765"/>
              <a:gd name="csX11" fmla="*/ 76136 w 3869145"/>
              <a:gd name="csY11" fmla="*/ 4210085 h 4308765"/>
              <a:gd name="csX12" fmla="*/ 0 w 3869145"/>
              <a:gd name="csY12" fmla="*/ 2883447 h 4308765"/>
              <a:gd name="csX13" fmla="*/ 110836 w 3869145"/>
              <a:gd name="csY13" fmla="*/ 1674703 h 4308765"/>
              <a:gd name="csX0" fmla="*/ 110836 w 3869145"/>
              <a:gd name="csY0" fmla="*/ 1674703 h 4308765"/>
              <a:gd name="csX1" fmla="*/ 394791 w 3869145"/>
              <a:gd name="csY1" fmla="*/ 749845 h 4308765"/>
              <a:gd name="csX2" fmla="*/ 921393 w 3869145"/>
              <a:gd name="csY2" fmla="*/ 0 h 4308765"/>
              <a:gd name="csX3" fmla="*/ 2001917 w 3869145"/>
              <a:gd name="csY3" fmla="*/ 221673 h 4308765"/>
              <a:gd name="csX4" fmla="*/ 2944155 w 3869145"/>
              <a:gd name="csY4" fmla="*/ 832971 h 4308765"/>
              <a:gd name="csX5" fmla="*/ 3546763 w 3869145"/>
              <a:gd name="csY5" fmla="*/ 1674703 h 4308765"/>
              <a:gd name="csX6" fmla="*/ 3823855 w 3869145"/>
              <a:gd name="csY6" fmla="*/ 2495518 h 4308765"/>
              <a:gd name="csX7" fmla="*/ 3851562 w 3869145"/>
              <a:gd name="csY7" fmla="*/ 3200401 h 4308765"/>
              <a:gd name="csX8" fmla="*/ 3193536 w 3869145"/>
              <a:gd name="csY8" fmla="*/ 3863721 h 4308765"/>
              <a:gd name="csX9" fmla="*/ 2182027 w 3869145"/>
              <a:gd name="csY9" fmla="*/ 4211783 h 4308765"/>
              <a:gd name="csX10" fmla="*/ 1143065 w 3869145"/>
              <a:gd name="csY10" fmla="*/ 4308765 h 4308765"/>
              <a:gd name="csX11" fmla="*/ 76136 w 3869145"/>
              <a:gd name="csY11" fmla="*/ 4210085 h 4308765"/>
              <a:gd name="csX12" fmla="*/ 0 w 3869145"/>
              <a:gd name="csY12" fmla="*/ 2883447 h 4308765"/>
              <a:gd name="csX13" fmla="*/ 110836 w 3869145"/>
              <a:gd name="csY13" fmla="*/ 1674703 h 4308765"/>
              <a:gd name="csX0" fmla="*/ 110836 w 3869145"/>
              <a:gd name="csY0" fmla="*/ 1674703 h 4308765"/>
              <a:gd name="csX1" fmla="*/ 394791 w 3869145"/>
              <a:gd name="csY1" fmla="*/ 749845 h 4308765"/>
              <a:gd name="csX2" fmla="*/ 921393 w 3869145"/>
              <a:gd name="csY2" fmla="*/ 0 h 4308765"/>
              <a:gd name="csX3" fmla="*/ 2001917 w 3869145"/>
              <a:gd name="csY3" fmla="*/ 221673 h 4308765"/>
              <a:gd name="csX4" fmla="*/ 2944155 w 3869145"/>
              <a:gd name="csY4" fmla="*/ 832971 h 4308765"/>
              <a:gd name="csX5" fmla="*/ 3546763 w 3869145"/>
              <a:gd name="csY5" fmla="*/ 1674703 h 4308765"/>
              <a:gd name="csX6" fmla="*/ 3823855 w 3869145"/>
              <a:gd name="csY6" fmla="*/ 2495518 h 4308765"/>
              <a:gd name="csX7" fmla="*/ 3851562 w 3869145"/>
              <a:gd name="csY7" fmla="*/ 3200401 h 4308765"/>
              <a:gd name="csX8" fmla="*/ 3193536 w 3869145"/>
              <a:gd name="csY8" fmla="*/ 3863721 h 4308765"/>
              <a:gd name="csX9" fmla="*/ 2182027 w 3869145"/>
              <a:gd name="csY9" fmla="*/ 4211783 h 4308765"/>
              <a:gd name="csX10" fmla="*/ 1143065 w 3869145"/>
              <a:gd name="csY10" fmla="*/ 4308765 h 4308765"/>
              <a:gd name="csX11" fmla="*/ 76136 w 3869145"/>
              <a:gd name="csY11" fmla="*/ 4210085 h 4308765"/>
              <a:gd name="csX12" fmla="*/ 0 w 3869145"/>
              <a:gd name="csY12" fmla="*/ 2883447 h 4308765"/>
              <a:gd name="csX13" fmla="*/ 110836 w 3869145"/>
              <a:gd name="csY13" fmla="*/ 1674703 h 4308765"/>
              <a:gd name="csX0" fmla="*/ 110836 w 3869145"/>
              <a:gd name="csY0" fmla="*/ 1674703 h 4308765"/>
              <a:gd name="csX1" fmla="*/ 394791 w 3869145"/>
              <a:gd name="csY1" fmla="*/ 749845 h 4308765"/>
              <a:gd name="csX2" fmla="*/ 907538 w 3869145"/>
              <a:gd name="csY2" fmla="*/ 0 h 4308765"/>
              <a:gd name="csX3" fmla="*/ 2001917 w 3869145"/>
              <a:gd name="csY3" fmla="*/ 221673 h 4308765"/>
              <a:gd name="csX4" fmla="*/ 2944155 w 3869145"/>
              <a:gd name="csY4" fmla="*/ 832971 h 4308765"/>
              <a:gd name="csX5" fmla="*/ 3546763 w 3869145"/>
              <a:gd name="csY5" fmla="*/ 1674703 h 4308765"/>
              <a:gd name="csX6" fmla="*/ 3823855 w 3869145"/>
              <a:gd name="csY6" fmla="*/ 2495518 h 4308765"/>
              <a:gd name="csX7" fmla="*/ 3851562 w 3869145"/>
              <a:gd name="csY7" fmla="*/ 3200401 h 4308765"/>
              <a:gd name="csX8" fmla="*/ 3193536 w 3869145"/>
              <a:gd name="csY8" fmla="*/ 3863721 h 4308765"/>
              <a:gd name="csX9" fmla="*/ 2182027 w 3869145"/>
              <a:gd name="csY9" fmla="*/ 4211783 h 4308765"/>
              <a:gd name="csX10" fmla="*/ 1143065 w 3869145"/>
              <a:gd name="csY10" fmla="*/ 4308765 h 4308765"/>
              <a:gd name="csX11" fmla="*/ 76136 w 3869145"/>
              <a:gd name="csY11" fmla="*/ 4210085 h 4308765"/>
              <a:gd name="csX12" fmla="*/ 0 w 3869145"/>
              <a:gd name="csY12" fmla="*/ 2883447 h 4308765"/>
              <a:gd name="csX13" fmla="*/ 110836 w 3869145"/>
              <a:gd name="csY13" fmla="*/ 1674703 h 4308765"/>
              <a:gd name="csX0" fmla="*/ 110836 w 3869145"/>
              <a:gd name="csY0" fmla="*/ 1674703 h 4308765"/>
              <a:gd name="csX1" fmla="*/ 394791 w 3869145"/>
              <a:gd name="csY1" fmla="*/ 749845 h 4308765"/>
              <a:gd name="csX2" fmla="*/ 907538 w 3869145"/>
              <a:gd name="csY2" fmla="*/ 0 h 4308765"/>
              <a:gd name="csX3" fmla="*/ 2001917 w 3869145"/>
              <a:gd name="csY3" fmla="*/ 221673 h 4308765"/>
              <a:gd name="csX4" fmla="*/ 2944155 w 3869145"/>
              <a:gd name="csY4" fmla="*/ 832971 h 4308765"/>
              <a:gd name="csX5" fmla="*/ 3546763 w 3869145"/>
              <a:gd name="csY5" fmla="*/ 1674703 h 4308765"/>
              <a:gd name="csX6" fmla="*/ 3823855 w 3869145"/>
              <a:gd name="csY6" fmla="*/ 2495518 h 4308765"/>
              <a:gd name="csX7" fmla="*/ 3851562 w 3869145"/>
              <a:gd name="csY7" fmla="*/ 3200401 h 4308765"/>
              <a:gd name="csX8" fmla="*/ 3193536 w 3869145"/>
              <a:gd name="csY8" fmla="*/ 3863721 h 4308765"/>
              <a:gd name="csX9" fmla="*/ 2182027 w 3869145"/>
              <a:gd name="csY9" fmla="*/ 4211783 h 4308765"/>
              <a:gd name="csX10" fmla="*/ 1143065 w 3869145"/>
              <a:gd name="csY10" fmla="*/ 4308765 h 4308765"/>
              <a:gd name="csX11" fmla="*/ 76136 w 3869145"/>
              <a:gd name="csY11" fmla="*/ 4210085 h 4308765"/>
              <a:gd name="csX12" fmla="*/ 0 w 3869145"/>
              <a:gd name="csY12" fmla="*/ 2883447 h 4308765"/>
              <a:gd name="csX13" fmla="*/ 110836 w 3869145"/>
              <a:gd name="csY13" fmla="*/ 1674703 h 4308765"/>
              <a:gd name="csX0" fmla="*/ 124690 w 3882999"/>
              <a:gd name="csY0" fmla="*/ 1674703 h 4308765"/>
              <a:gd name="csX1" fmla="*/ 408645 w 3882999"/>
              <a:gd name="csY1" fmla="*/ 749845 h 4308765"/>
              <a:gd name="csX2" fmla="*/ 921392 w 3882999"/>
              <a:gd name="csY2" fmla="*/ 0 h 4308765"/>
              <a:gd name="csX3" fmla="*/ 2015771 w 3882999"/>
              <a:gd name="csY3" fmla="*/ 221673 h 4308765"/>
              <a:gd name="csX4" fmla="*/ 2958009 w 3882999"/>
              <a:gd name="csY4" fmla="*/ 832971 h 4308765"/>
              <a:gd name="csX5" fmla="*/ 3560617 w 3882999"/>
              <a:gd name="csY5" fmla="*/ 1674703 h 4308765"/>
              <a:gd name="csX6" fmla="*/ 3837709 w 3882999"/>
              <a:gd name="csY6" fmla="*/ 2495518 h 4308765"/>
              <a:gd name="csX7" fmla="*/ 3865416 w 3882999"/>
              <a:gd name="csY7" fmla="*/ 3200401 h 4308765"/>
              <a:gd name="csX8" fmla="*/ 3207390 w 3882999"/>
              <a:gd name="csY8" fmla="*/ 3863721 h 4308765"/>
              <a:gd name="csX9" fmla="*/ 2195881 w 3882999"/>
              <a:gd name="csY9" fmla="*/ 4211783 h 4308765"/>
              <a:gd name="csX10" fmla="*/ 1156919 w 3882999"/>
              <a:gd name="csY10" fmla="*/ 4308765 h 4308765"/>
              <a:gd name="csX11" fmla="*/ 89990 w 3882999"/>
              <a:gd name="csY11" fmla="*/ 4210085 h 4308765"/>
              <a:gd name="csX12" fmla="*/ 0 w 3882999"/>
              <a:gd name="csY12" fmla="*/ 2897302 h 4308765"/>
              <a:gd name="csX13" fmla="*/ 124690 w 3882999"/>
              <a:gd name="csY13" fmla="*/ 1674703 h 43087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3882999" h="4308765">
                <a:moveTo>
                  <a:pt x="124690" y="1674703"/>
                </a:moveTo>
                <a:cubicBezTo>
                  <a:pt x="219342" y="1186308"/>
                  <a:pt x="313993" y="1058131"/>
                  <a:pt x="408645" y="749845"/>
                </a:cubicBezTo>
                <a:cubicBezTo>
                  <a:pt x="676542" y="264370"/>
                  <a:pt x="681203" y="249948"/>
                  <a:pt x="921392" y="0"/>
                </a:cubicBezTo>
                <a:cubicBezTo>
                  <a:pt x="1378549" y="64655"/>
                  <a:pt x="1461633" y="46183"/>
                  <a:pt x="2015771" y="221673"/>
                </a:cubicBezTo>
                <a:cubicBezTo>
                  <a:pt x="2542286" y="476239"/>
                  <a:pt x="2708585" y="592260"/>
                  <a:pt x="2958009" y="832971"/>
                </a:cubicBezTo>
                <a:cubicBezTo>
                  <a:pt x="3283568" y="1127403"/>
                  <a:pt x="3415167" y="1338708"/>
                  <a:pt x="3560617" y="1674703"/>
                </a:cubicBezTo>
                <a:cubicBezTo>
                  <a:pt x="3722254" y="2017580"/>
                  <a:pt x="3745345" y="2221913"/>
                  <a:pt x="3837709" y="2495518"/>
                </a:cubicBezTo>
                <a:cubicBezTo>
                  <a:pt x="3865418" y="2864406"/>
                  <a:pt x="3906978" y="2886931"/>
                  <a:pt x="3865416" y="3200401"/>
                </a:cubicBezTo>
                <a:cubicBezTo>
                  <a:pt x="3770764" y="3255252"/>
                  <a:pt x="3897787" y="3379378"/>
                  <a:pt x="3207390" y="3863721"/>
                </a:cubicBezTo>
                <a:cubicBezTo>
                  <a:pt x="2893311" y="3979742"/>
                  <a:pt x="2856324" y="4095762"/>
                  <a:pt x="2195881" y="4211783"/>
                </a:cubicBezTo>
                <a:cubicBezTo>
                  <a:pt x="1683305" y="4271819"/>
                  <a:pt x="1503240" y="4276438"/>
                  <a:pt x="1156919" y="4308765"/>
                </a:cubicBezTo>
                <a:lnTo>
                  <a:pt x="89990" y="4210085"/>
                </a:lnTo>
                <a:cubicBezTo>
                  <a:pt x="69229" y="3763254"/>
                  <a:pt x="6907" y="3718206"/>
                  <a:pt x="0" y="2897302"/>
                </a:cubicBezTo>
                <a:cubicBezTo>
                  <a:pt x="4618" y="2152643"/>
                  <a:pt x="92363" y="2072999"/>
                  <a:pt x="124690" y="1674703"/>
                </a:cubicBez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23319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#ppt_h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up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e 11">
            <a:extLst>
              <a:ext uri="{FF2B5EF4-FFF2-40B4-BE49-F238E27FC236}">
                <a16:creationId xmlns:a16="http://schemas.microsoft.com/office/drawing/2014/main" id="{BC2015BA-29EE-FFC9-B91C-C97006264D53}"/>
              </a:ext>
            </a:extLst>
          </p:cNvPr>
          <p:cNvGrpSpPr/>
          <p:nvPr/>
        </p:nvGrpSpPr>
        <p:grpSpPr>
          <a:xfrm>
            <a:off x="1323109" y="-556475"/>
            <a:ext cx="9545782" cy="5544112"/>
            <a:chOff x="1323109" y="-556475"/>
            <a:chExt cx="9545782" cy="5544112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73B642E3-496D-ED3C-3C03-9049F0E2A81F}"/>
                </a:ext>
              </a:extLst>
            </p:cNvPr>
            <p:cNvSpPr>
              <a:spLocks noChangeAspect="1"/>
            </p:cNvSpPr>
            <p:nvPr/>
          </p:nvSpPr>
          <p:spPr>
            <a:xfrm rot="16200000">
              <a:off x="1827092" y="53513"/>
              <a:ext cx="1353416" cy="133440"/>
            </a:xfrm>
            <a:prstGeom prst="rect">
              <a:avLst/>
            </a:prstGeom>
            <a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1CB1B3EF-FD9A-0021-1E20-5E4E0E9132AB}"/>
                </a:ext>
              </a:extLst>
            </p:cNvPr>
            <p:cNvSpPr>
              <a:spLocks noChangeAspect="1"/>
            </p:cNvSpPr>
            <p:nvPr/>
          </p:nvSpPr>
          <p:spPr>
            <a:xfrm rot="16200000">
              <a:off x="9011492" y="60134"/>
              <a:ext cx="1353416" cy="133440"/>
            </a:xfrm>
            <a:prstGeom prst="rect">
              <a:avLst/>
            </a:prstGeom>
            <a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" name="Rectangle : coins arrondis 3">
              <a:extLst>
                <a:ext uri="{FF2B5EF4-FFF2-40B4-BE49-F238E27FC236}">
                  <a16:creationId xmlns:a16="http://schemas.microsoft.com/office/drawing/2014/main" id="{9C96D0A8-F26D-6846-1980-F2C3051215A6}"/>
                </a:ext>
              </a:extLst>
            </p:cNvPr>
            <p:cNvSpPr/>
            <p:nvPr/>
          </p:nvSpPr>
          <p:spPr>
            <a:xfrm>
              <a:off x="1323109" y="803564"/>
              <a:ext cx="9545782" cy="4184073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" name="ZoneTexte 4">
              <a:extLst>
                <a:ext uri="{FF2B5EF4-FFF2-40B4-BE49-F238E27FC236}">
                  <a16:creationId xmlns:a16="http://schemas.microsoft.com/office/drawing/2014/main" id="{51979BF1-7C9C-0A9C-FF96-B8B383BB3FCB}"/>
                </a:ext>
              </a:extLst>
            </p:cNvPr>
            <p:cNvSpPr txBox="1"/>
            <p:nvPr/>
          </p:nvSpPr>
          <p:spPr>
            <a:xfrm>
              <a:off x="1738746" y="1618327"/>
              <a:ext cx="8714508" cy="2554545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8000" dirty="0">
                  <a:latin typeface="Comic Sans MS" panose="030F0902030302020204" pitchFamily="66" charset="0"/>
                </a:rPr>
                <a:t>D’où vient le Soleil ? </a:t>
              </a:r>
            </a:p>
          </p:txBody>
        </p:sp>
      </p:grpSp>
      <p:sp>
        <p:nvSpPr>
          <p:cNvPr id="14" name="ZoneTexte 13">
            <a:extLst>
              <a:ext uri="{FF2B5EF4-FFF2-40B4-BE49-F238E27FC236}">
                <a16:creationId xmlns:a16="http://schemas.microsoft.com/office/drawing/2014/main" id="{0926B433-E341-3E64-2714-DD5734125F9D}"/>
              </a:ext>
            </a:extLst>
          </p:cNvPr>
          <p:cNvSpPr txBox="1"/>
          <p:nvPr/>
        </p:nvSpPr>
        <p:spPr>
          <a:xfrm rot="687434">
            <a:off x="10159163" y="2694025"/>
            <a:ext cx="1003822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3800" dirty="0">
                <a:ln w="31750">
                  <a:solidFill>
                    <a:schemeClr val="tx1"/>
                  </a:solidFill>
                </a:ln>
                <a:solidFill>
                  <a:schemeClr val="bg1"/>
                </a:solidFill>
                <a:latin typeface="Comic Sans MS" panose="030F0902030302020204" pitchFamily="66" charset="0"/>
              </a:rPr>
              <a:t>?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59B3D3D9-4A97-1E90-CE9B-30AF5AB93925}"/>
              </a:ext>
            </a:extLst>
          </p:cNvPr>
          <p:cNvSpPr txBox="1"/>
          <p:nvPr/>
        </p:nvSpPr>
        <p:spPr>
          <a:xfrm rot="20473932">
            <a:off x="8737270" y="-189201"/>
            <a:ext cx="1003822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3800" dirty="0">
                <a:ln w="31750">
                  <a:solidFill>
                    <a:schemeClr val="tx1"/>
                  </a:solidFill>
                </a:ln>
                <a:solidFill>
                  <a:schemeClr val="bg1"/>
                </a:solidFill>
                <a:latin typeface="Comic Sans MS" panose="030F0902030302020204" pitchFamily="66" charset="0"/>
              </a:rPr>
              <a:t>?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B2B5AB03-A348-CA31-3DA3-7198BA63382E}"/>
              </a:ext>
            </a:extLst>
          </p:cNvPr>
          <p:cNvSpPr txBox="1"/>
          <p:nvPr/>
        </p:nvSpPr>
        <p:spPr>
          <a:xfrm rot="1606700">
            <a:off x="473035" y="185698"/>
            <a:ext cx="1003822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3800" dirty="0">
                <a:ln w="31750">
                  <a:solidFill>
                    <a:schemeClr val="tx1"/>
                  </a:solidFill>
                </a:ln>
                <a:solidFill>
                  <a:schemeClr val="bg1"/>
                </a:solidFill>
                <a:latin typeface="Comic Sans MS" panose="030F0902030302020204" pitchFamily="66" charset="0"/>
              </a:rPr>
              <a:t>?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59D6968B-B2C0-667C-FECA-211D53E7688A}"/>
              </a:ext>
            </a:extLst>
          </p:cNvPr>
          <p:cNvSpPr txBox="1"/>
          <p:nvPr/>
        </p:nvSpPr>
        <p:spPr>
          <a:xfrm rot="19082923">
            <a:off x="821197" y="3375320"/>
            <a:ext cx="1003822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3800" dirty="0">
                <a:ln w="31750">
                  <a:solidFill>
                    <a:schemeClr val="tx1"/>
                  </a:solidFill>
                </a:ln>
                <a:solidFill>
                  <a:schemeClr val="bg1"/>
                </a:solidFill>
                <a:latin typeface="Comic Sans MS" panose="030F0902030302020204" pitchFamily="66" charset="0"/>
              </a:rPr>
              <a:t>?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C4D6CE0B-74C7-007C-AB0E-849DD9AAA0B5}"/>
              </a:ext>
            </a:extLst>
          </p:cNvPr>
          <p:cNvSpPr txBox="1"/>
          <p:nvPr/>
        </p:nvSpPr>
        <p:spPr>
          <a:xfrm rot="375102">
            <a:off x="3647524" y="3911576"/>
            <a:ext cx="1003822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3800" dirty="0">
                <a:ln w="31750">
                  <a:solidFill>
                    <a:schemeClr val="tx1"/>
                  </a:solidFill>
                </a:ln>
                <a:solidFill>
                  <a:schemeClr val="bg1"/>
                </a:solidFill>
                <a:latin typeface="Comic Sans MS" panose="030F0902030302020204" pitchFamily="66" charset="0"/>
              </a:rPr>
              <a:t>?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EC5F2266-E3DE-DD40-D8D7-092D812E513C}"/>
              </a:ext>
            </a:extLst>
          </p:cNvPr>
          <p:cNvSpPr txBox="1"/>
          <p:nvPr/>
        </p:nvSpPr>
        <p:spPr>
          <a:xfrm rot="20009155">
            <a:off x="7526992" y="4287024"/>
            <a:ext cx="1003822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3800" dirty="0">
                <a:ln w="31750">
                  <a:solidFill>
                    <a:schemeClr val="tx1"/>
                  </a:solidFill>
                </a:ln>
                <a:solidFill>
                  <a:schemeClr val="bg1"/>
                </a:solidFill>
                <a:latin typeface="Comic Sans MS" panose="030F0902030302020204" pitchFamily="66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668236077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40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0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4" grpId="1"/>
      <p:bldP spid="15" grpId="0"/>
      <p:bldP spid="15" grpId="1"/>
      <p:bldP spid="16" grpId="0"/>
      <p:bldP spid="16" grpId="1"/>
      <p:bldP spid="17" grpId="0"/>
      <p:bldP spid="17" grpId="1"/>
      <p:bldP spid="18" grpId="0"/>
      <p:bldP spid="18" grpId="1"/>
      <p:bldP spid="19" grpId="0"/>
      <p:bldP spid="19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9DCF53-63C2-888C-5BC1-AA4DC7154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e 21">
            <a:extLst>
              <a:ext uri="{FF2B5EF4-FFF2-40B4-BE49-F238E27FC236}">
                <a16:creationId xmlns:a16="http://schemas.microsoft.com/office/drawing/2014/main" id="{83795492-EF03-4C4C-B2E1-63EB6F13D944}"/>
              </a:ext>
            </a:extLst>
          </p:cNvPr>
          <p:cNvGrpSpPr/>
          <p:nvPr/>
        </p:nvGrpSpPr>
        <p:grpSpPr>
          <a:xfrm>
            <a:off x="304196" y="-1531438"/>
            <a:ext cx="11583608" cy="8023370"/>
            <a:chOff x="304196" y="-1531438"/>
            <a:chExt cx="11583608" cy="8023370"/>
          </a:xfrm>
        </p:grpSpPr>
        <p:grpSp>
          <p:nvGrpSpPr>
            <p:cNvPr id="18" name="Groupe 17">
              <a:extLst>
                <a:ext uri="{FF2B5EF4-FFF2-40B4-BE49-F238E27FC236}">
                  <a16:creationId xmlns:a16="http://schemas.microsoft.com/office/drawing/2014/main" id="{9491096B-B5F2-3C99-8BBA-F0ACB22B359B}"/>
                </a:ext>
              </a:extLst>
            </p:cNvPr>
            <p:cNvGrpSpPr/>
            <p:nvPr/>
          </p:nvGrpSpPr>
          <p:grpSpPr>
            <a:xfrm>
              <a:off x="304196" y="-1531438"/>
              <a:ext cx="11583608" cy="8023370"/>
              <a:chOff x="304196" y="-1643836"/>
              <a:chExt cx="11583608" cy="8023370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15B2DFF7-2E27-9E9A-166E-ABD2880C4EDC}"/>
                  </a:ext>
                </a:extLst>
              </p:cNvPr>
              <p:cNvSpPr/>
              <p:nvPr/>
            </p:nvSpPr>
            <p:spPr>
              <a:xfrm rot="16200000">
                <a:off x="1199876" y="-778466"/>
                <a:ext cx="1920048" cy="189307"/>
              </a:xfrm>
              <a:prstGeom prst="rect">
                <a:avLst/>
              </a:prstGeom>
              <a:blipFill>
                <a:blip r:embed="rId3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a:blip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C94277B1-D12D-E2FB-1474-5A541D0B6ECD}"/>
                  </a:ext>
                </a:extLst>
              </p:cNvPr>
              <p:cNvSpPr/>
              <p:nvPr/>
            </p:nvSpPr>
            <p:spPr>
              <a:xfrm rot="16200000">
                <a:off x="9072074" y="-778465"/>
                <a:ext cx="1920048" cy="189307"/>
              </a:xfrm>
              <a:prstGeom prst="rect">
                <a:avLst/>
              </a:prstGeom>
              <a:blipFill>
                <a:blip r:embed="rId3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a:blip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5" name="Rectangle : coins arrondis 4">
                <a:extLst>
                  <a:ext uri="{FF2B5EF4-FFF2-40B4-BE49-F238E27FC236}">
                    <a16:creationId xmlns:a16="http://schemas.microsoft.com/office/drawing/2014/main" id="{95C1A1A7-8E8F-D3C3-38C1-70771658861B}"/>
                  </a:ext>
                </a:extLst>
              </p:cNvPr>
              <p:cNvSpPr/>
              <p:nvPr/>
            </p:nvSpPr>
            <p:spPr>
              <a:xfrm>
                <a:off x="304196" y="276214"/>
                <a:ext cx="11583608" cy="6103320"/>
              </a:xfrm>
              <a:prstGeom prst="round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</p:grpSp>
        <p:sp>
          <p:nvSpPr>
            <p:cNvPr id="8" name="ZoneTexte 7">
              <a:extLst>
                <a:ext uri="{FF2B5EF4-FFF2-40B4-BE49-F238E27FC236}">
                  <a16:creationId xmlns:a16="http://schemas.microsoft.com/office/drawing/2014/main" id="{12C43E4F-FB4C-7782-970B-72ADC74DA956}"/>
                </a:ext>
              </a:extLst>
            </p:cNvPr>
            <p:cNvSpPr txBox="1"/>
            <p:nvPr/>
          </p:nvSpPr>
          <p:spPr>
            <a:xfrm>
              <a:off x="1662764" y="486342"/>
              <a:ext cx="8714508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8000" dirty="0">
                  <a:latin typeface="Comic Sans MS" panose="030F0902030302020204" pitchFamily="66" charset="0"/>
                </a:rPr>
                <a:t>Nébuleuse</a:t>
              </a:r>
            </a:p>
          </p:txBody>
        </p:sp>
      </p:grpSp>
      <p:sp>
        <p:nvSpPr>
          <p:cNvPr id="20" name="ZoneTexte 19">
            <a:extLst>
              <a:ext uri="{FF2B5EF4-FFF2-40B4-BE49-F238E27FC236}">
                <a16:creationId xmlns:a16="http://schemas.microsoft.com/office/drawing/2014/main" id="{A5DEA861-4936-9457-FB77-81B9C12C2AB8}"/>
              </a:ext>
            </a:extLst>
          </p:cNvPr>
          <p:cNvSpPr txBox="1"/>
          <p:nvPr/>
        </p:nvSpPr>
        <p:spPr>
          <a:xfrm>
            <a:off x="6448893" y="2224428"/>
            <a:ext cx="41858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latin typeface="Comic Sans MS" panose="030F0902030302020204" pitchFamily="66" charset="0"/>
              </a:rPr>
              <a:t>Grand nuage de gaz et de matière</a:t>
            </a:r>
          </a:p>
        </p:txBody>
      </p:sp>
      <p:grpSp>
        <p:nvGrpSpPr>
          <p:cNvPr id="2" name="Groupe 1">
            <a:extLst>
              <a:ext uri="{FF2B5EF4-FFF2-40B4-BE49-F238E27FC236}">
                <a16:creationId xmlns:a16="http://schemas.microsoft.com/office/drawing/2014/main" id="{FA76321A-3BF7-853B-51D8-A2C04AD320A5}"/>
              </a:ext>
            </a:extLst>
          </p:cNvPr>
          <p:cNvGrpSpPr/>
          <p:nvPr/>
        </p:nvGrpSpPr>
        <p:grpSpPr>
          <a:xfrm>
            <a:off x="2035282" y="2361384"/>
            <a:ext cx="3066627" cy="3293779"/>
            <a:chOff x="2035282" y="2361384"/>
            <a:chExt cx="3066627" cy="3293779"/>
          </a:xfrm>
        </p:grpSpPr>
        <p:sp>
          <p:nvSpPr>
            <p:cNvPr id="3" name="Ellipse 2">
              <a:extLst>
                <a:ext uri="{FF2B5EF4-FFF2-40B4-BE49-F238E27FC236}">
                  <a16:creationId xmlns:a16="http://schemas.microsoft.com/office/drawing/2014/main" id="{5E72C292-FE0C-AED5-D6B8-9FD679B14B2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254554" y="2414519"/>
              <a:ext cx="800840" cy="80084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" name="Ellipse 3">
              <a:extLst>
                <a:ext uri="{FF2B5EF4-FFF2-40B4-BE49-F238E27FC236}">
                  <a16:creationId xmlns:a16="http://schemas.microsoft.com/office/drawing/2014/main" id="{2BF47513-3F06-38B0-C596-4E78D5BBCC3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01069" y="3750436"/>
              <a:ext cx="800840" cy="800840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6" name="Ellipse 5">
              <a:extLst>
                <a:ext uri="{FF2B5EF4-FFF2-40B4-BE49-F238E27FC236}">
                  <a16:creationId xmlns:a16="http://schemas.microsoft.com/office/drawing/2014/main" id="{050A66BA-4D7B-4EDE-64EC-383E611FEF7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707400" y="4052805"/>
              <a:ext cx="498471" cy="498471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7" name="Ellipse 6">
              <a:extLst>
                <a:ext uri="{FF2B5EF4-FFF2-40B4-BE49-F238E27FC236}">
                  <a16:creationId xmlns:a16="http://schemas.microsoft.com/office/drawing/2014/main" id="{2A988414-9D31-6E44-0E5F-50CF97BAEC4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619257" y="2726803"/>
              <a:ext cx="977111" cy="977111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9" name="Ellipse 8">
              <a:extLst>
                <a:ext uri="{FF2B5EF4-FFF2-40B4-BE49-F238E27FC236}">
                  <a16:creationId xmlns:a16="http://schemas.microsoft.com/office/drawing/2014/main" id="{ADC6E3D0-ECCE-EF59-380E-D4A429D7B9F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035282" y="3384846"/>
              <a:ext cx="249236" cy="249236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0" name="Ellipse 9">
              <a:extLst>
                <a:ext uri="{FF2B5EF4-FFF2-40B4-BE49-F238E27FC236}">
                  <a16:creationId xmlns:a16="http://schemas.microsoft.com/office/drawing/2014/main" id="{25A1E95A-4306-173D-B38C-74CA056A713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494639" y="4302040"/>
              <a:ext cx="249236" cy="249236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1" name="Ellipse 10">
              <a:extLst>
                <a:ext uri="{FF2B5EF4-FFF2-40B4-BE49-F238E27FC236}">
                  <a16:creationId xmlns:a16="http://schemas.microsoft.com/office/drawing/2014/main" id="{5139B69A-C241-2C57-B5E7-6307736CB21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83739" y="4551276"/>
              <a:ext cx="346437" cy="346437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3" name="Ellipse 12">
              <a:extLst>
                <a:ext uri="{FF2B5EF4-FFF2-40B4-BE49-F238E27FC236}">
                  <a16:creationId xmlns:a16="http://schemas.microsoft.com/office/drawing/2014/main" id="{CEE70F4C-B3EE-74EF-BDD4-DB23FCCBF5F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920915" y="4897713"/>
              <a:ext cx="757450" cy="75745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4" name="Ellipse 13">
              <a:extLst>
                <a:ext uri="{FF2B5EF4-FFF2-40B4-BE49-F238E27FC236}">
                  <a16:creationId xmlns:a16="http://schemas.microsoft.com/office/drawing/2014/main" id="{784170B9-C214-5859-FB79-E569E9ED96A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911248" y="4599451"/>
              <a:ext cx="498471" cy="498471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6" name="Ellipse 15">
              <a:extLst>
                <a:ext uri="{FF2B5EF4-FFF2-40B4-BE49-F238E27FC236}">
                  <a16:creationId xmlns:a16="http://schemas.microsoft.com/office/drawing/2014/main" id="{14CC42DD-0011-30D9-DD51-5E361D0F94B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352985" y="2361384"/>
              <a:ext cx="245617" cy="245617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23" name="Groupe 22">
            <a:extLst>
              <a:ext uri="{FF2B5EF4-FFF2-40B4-BE49-F238E27FC236}">
                <a16:creationId xmlns:a16="http://schemas.microsoft.com/office/drawing/2014/main" id="{DC88E05C-A0A4-716E-F7E8-A5BDD3BDBEB2}"/>
              </a:ext>
            </a:extLst>
          </p:cNvPr>
          <p:cNvGrpSpPr/>
          <p:nvPr/>
        </p:nvGrpSpPr>
        <p:grpSpPr>
          <a:xfrm>
            <a:off x="1010282" y="1826794"/>
            <a:ext cx="5120740" cy="4656899"/>
            <a:chOff x="1010282" y="1826794"/>
            <a:chExt cx="5120740" cy="4656899"/>
          </a:xfrm>
        </p:grpSpPr>
        <p:pic>
          <p:nvPicPr>
            <p:cNvPr id="12" name="Picture 8">
              <a:extLst>
                <a:ext uri="{FF2B5EF4-FFF2-40B4-BE49-F238E27FC236}">
                  <a16:creationId xmlns:a16="http://schemas.microsoft.com/office/drawing/2014/main" id="{7002BD75-0F95-09ED-0147-C385360A519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alphaModFix/>
            </a:blip>
            <a:srcRect t="10290" b="10290"/>
            <a:stretch/>
          </p:blipFill>
          <p:spPr bwMode="auto">
            <a:xfrm>
              <a:off x="1010282" y="1826794"/>
              <a:ext cx="5098969" cy="4049641"/>
            </a:xfrm>
            <a:prstGeom prst="rect">
              <a:avLst/>
            </a:prstGeom>
            <a:noFill/>
            <a:ln w="63500">
              <a:solidFill>
                <a:schemeClr val="tx1">
                  <a:lumMod val="65000"/>
                  <a:lumOff val="35000"/>
                </a:schemeClr>
              </a:solidFill>
            </a:ln>
            <a:effectLst>
              <a:softEdge rad="0"/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1" name="ZoneTexte 20">
              <a:extLst>
                <a:ext uri="{FF2B5EF4-FFF2-40B4-BE49-F238E27FC236}">
                  <a16:creationId xmlns:a16="http://schemas.microsoft.com/office/drawing/2014/main" id="{1EBB9B71-1A6D-FFBE-FC24-DC61C49729CB}"/>
                </a:ext>
              </a:extLst>
            </p:cNvPr>
            <p:cNvSpPr txBox="1"/>
            <p:nvPr/>
          </p:nvSpPr>
          <p:spPr>
            <a:xfrm>
              <a:off x="3819292" y="5898918"/>
              <a:ext cx="231173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fr-FR" sz="16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Nébuleuse d’Orion, télescope Hubble, NASA</a:t>
              </a:r>
            </a:p>
          </p:txBody>
        </p:sp>
      </p:grpSp>
      <p:grpSp>
        <p:nvGrpSpPr>
          <p:cNvPr id="25" name="Groupe 24">
            <a:extLst>
              <a:ext uri="{FF2B5EF4-FFF2-40B4-BE49-F238E27FC236}">
                <a16:creationId xmlns:a16="http://schemas.microsoft.com/office/drawing/2014/main" id="{CC05FFD3-17AD-A2F2-5128-4FAE30BA48A8}"/>
              </a:ext>
            </a:extLst>
          </p:cNvPr>
          <p:cNvGrpSpPr/>
          <p:nvPr/>
        </p:nvGrpSpPr>
        <p:grpSpPr>
          <a:xfrm>
            <a:off x="1662764" y="1618510"/>
            <a:ext cx="5805054" cy="4844025"/>
            <a:chOff x="1662764" y="1618510"/>
            <a:chExt cx="5805054" cy="4844025"/>
          </a:xfrm>
        </p:grpSpPr>
        <p:pic>
          <p:nvPicPr>
            <p:cNvPr id="19" name="Picture 4">
              <a:extLst>
                <a:ext uri="{FF2B5EF4-FFF2-40B4-BE49-F238E27FC236}">
                  <a16:creationId xmlns:a16="http://schemas.microsoft.com/office/drawing/2014/main" id="{F990A7BF-7451-98FC-18DF-7BCB1E73F9B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/>
            <a:srcRect l="13840" r="13840"/>
            <a:stretch/>
          </p:blipFill>
          <p:spPr bwMode="auto">
            <a:xfrm>
              <a:off x="1662764" y="1618510"/>
              <a:ext cx="3437466" cy="4753148"/>
            </a:xfrm>
            <a:prstGeom prst="rect">
              <a:avLst/>
            </a:prstGeom>
            <a:noFill/>
            <a:ln w="63500">
              <a:solidFill>
                <a:schemeClr val="tx1">
                  <a:lumMod val="65000"/>
                  <a:lumOff val="35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4" name="ZoneTexte 23">
              <a:extLst>
                <a:ext uri="{FF2B5EF4-FFF2-40B4-BE49-F238E27FC236}">
                  <a16:creationId xmlns:a16="http://schemas.microsoft.com/office/drawing/2014/main" id="{73A72E39-9E7F-B1AF-2CE5-CE8B5070F0A8}"/>
                </a:ext>
              </a:extLst>
            </p:cNvPr>
            <p:cNvSpPr txBox="1"/>
            <p:nvPr/>
          </p:nvSpPr>
          <p:spPr>
            <a:xfrm>
              <a:off x="5100229" y="5877760"/>
              <a:ext cx="236758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6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Pilier de la Création,</a:t>
              </a:r>
            </a:p>
            <a:p>
              <a:r>
                <a:rPr lang="fr-FR" sz="16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Télescope Hubble, NASA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7841386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1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1B8A71-81D6-B901-D094-3E41299A0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e 17">
            <a:extLst>
              <a:ext uri="{FF2B5EF4-FFF2-40B4-BE49-F238E27FC236}">
                <a16:creationId xmlns:a16="http://schemas.microsoft.com/office/drawing/2014/main" id="{4406EF84-AF8F-CC2C-40C7-9065E6B511F2}"/>
              </a:ext>
            </a:extLst>
          </p:cNvPr>
          <p:cNvGrpSpPr/>
          <p:nvPr/>
        </p:nvGrpSpPr>
        <p:grpSpPr>
          <a:xfrm>
            <a:off x="304196" y="-1531438"/>
            <a:ext cx="11583608" cy="8023370"/>
            <a:chOff x="304196" y="-1643836"/>
            <a:chExt cx="11583608" cy="802337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7CDA5F0-2D27-C385-7EAD-0040568F4B10}"/>
                </a:ext>
              </a:extLst>
            </p:cNvPr>
            <p:cNvSpPr/>
            <p:nvPr/>
          </p:nvSpPr>
          <p:spPr>
            <a:xfrm rot="16200000">
              <a:off x="1199876" y="-778466"/>
              <a:ext cx="1920048" cy="189307"/>
            </a:xfrm>
            <a:prstGeom prst="rect">
              <a:avLst/>
            </a:prstGeom>
            <a:blipFill>
              <a:blip r:embed="rId3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7986DE34-350F-07AF-0F35-C6093F74BF44}"/>
                </a:ext>
              </a:extLst>
            </p:cNvPr>
            <p:cNvSpPr/>
            <p:nvPr/>
          </p:nvSpPr>
          <p:spPr>
            <a:xfrm rot="16200000">
              <a:off x="9072074" y="-778465"/>
              <a:ext cx="1920048" cy="189307"/>
            </a:xfrm>
            <a:prstGeom prst="rect">
              <a:avLst/>
            </a:prstGeom>
            <a:blipFill>
              <a:blip r:embed="rId3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" name="Rectangle : coins arrondis 4">
              <a:extLst>
                <a:ext uri="{FF2B5EF4-FFF2-40B4-BE49-F238E27FC236}">
                  <a16:creationId xmlns:a16="http://schemas.microsoft.com/office/drawing/2014/main" id="{2612BF49-DEC8-BB01-E42E-0FE58DA3E233}"/>
                </a:ext>
              </a:extLst>
            </p:cNvPr>
            <p:cNvSpPr/>
            <p:nvPr/>
          </p:nvSpPr>
          <p:spPr>
            <a:xfrm>
              <a:off x="304196" y="276214"/>
              <a:ext cx="11583608" cy="6103320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</p:grpSp>
      <p:sp>
        <p:nvSpPr>
          <p:cNvPr id="2" name="ZoneTexte 1">
            <a:extLst>
              <a:ext uri="{FF2B5EF4-FFF2-40B4-BE49-F238E27FC236}">
                <a16:creationId xmlns:a16="http://schemas.microsoft.com/office/drawing/2014/main" id="{CD3D92EC-3BCF-F4D2-3031-E3688D9E245A}"/>
              </a:ext>
            </a:extLst>
          </p:cNvPr>
          <p:cNvSpPr txBox="1"/>
          <p:nvPr/>
        </p:nvSpPr>
        <p:spPr>
          <a:xfrm>
            <a:off x="1662764" y="486342"/>
            <a:ext cx="871450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0" dirty="0">
                <a:latin typeface="Comic Sans MS" panose="030F0902030302020204" pitchFamily="66" charset="0"/>
              </a:rPr>
              <a:t>La Gravité </a:t>
            </a:r>
          </a:p>
        </p:txBody>
      </p:sp>
      <p:grpSp>
        <p:nvGrpSpPr>
          <p:cNvPr id="38" name="Groupe 37">
            <a:extLst>
              <a:ext uri="{FF2B5EF4-FFF2-40B4-BE49-F238E27FC236}">
                <a16:creationId xmlns:a16="http://schemas.microsoft.com/office/drawing/2014/main" id="{C655D104-1C3C-A308-2DFD-A0C19BF7BBB9}"/>
              </a:ext>
            </a:extLst>
          </p:cNvPr>
          <p:cNvGrpSpPr/>
          <p:nvPr/>
        </p:nvGrpSpPr>
        <p:grpSpPr>
          <a:xfrm>
            <a:off x="3988129" y="2010110"/>
            <a:ext cx="4120738" cy="6495779"/>
            <a:chOff x="3988129" y="2010110"/>
            <a:chExt cx="4120738" cy="6495779"/>
          </a:xfrm>
        </p:grpSpPr>
        <p:pic>
          <p:nvPicPr>
            <p:cNvPr id="19" name="Image 18">
              <a:extLst>
                <a:ext uri="{FF2B5EF4-FFF2-40B4-BE49-F238E27FC236}">
                  <a16:creationId xmlns:a16="http://schemas.microsoft.com/office/drawing/2014/main" id="{461D436A-FA42-B167-965E-7F9A983F7EA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385495" y="2010110"/>
              <a:ext cx="3269045" cy="3645725"/>
            </a:xfrm>
            <a:prstGeom prst="rect">
              <a:avLst/>
            </a:prstGeom>
          </p:spPr>
        </p:pic>
        <p:sp>
          <p:nvSpPr>
            <p:cNvPr id="8" name="Ellipse 7">
              <a:extLst>
                <a:ext uri="{FF2B5EF4-FFF2-40B4-BE49-F238E27FC236}">
                  <a16:creationId xmlns:a16="http://schemas.microsoft.com/office/drawing/2014/main" id="{E2D5458A-A91C-8B1A-2945-EDFE92A91E73}"/>
                </a:ext>
              </a:extLst>
            </p:cNvPr>
            <p:cNvSpPr/>
            <p:nvPr/>
          </p:nvSpPr>
          <p:spPr>
            <a:xfrm>
              <a:off x="3988129" y="4754288"/>
              <a:ext cx="4120738" cy="3751601"/>
            </a:xfrm>
            <a:prstGeom prst="ellipse">
              <a:avLst/>
            </a:prstGeom>
            <a:solidFill>
              <a:srgbClr val="12DE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0" name="ZoneTexte 19">
              <a:extLst>
                <a:ext uri="{FF2B5EF4-FFF2-40B4-BE49-F238E27FC236}">
                  <a16:creationId xmlns:a16="http://schemas.microsoft.com/office/drawing/2014/main" id="{C4FB613B-F24F-0261-0818-1E1DB4D6F48E}"/>
                </a:ext>
              </a:extLst>
            </p:cNvPr>
            <p:cNvSpPr txBox="1"/>
            <p:nvPr/>
          </p:nvSpPr>
          <p:spPr>
            <a:xfrm>
              <a:off x="4831277" y="5666294"/>
              <a:ext cx="260069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4800" dirty="0"/>
                <a:t>La Terre </a:t>
              </a:r>
            </a:p>
          </p:txBody>
        </p:sp>
      </p:grpSp>
      <p:cxnSp>
        <p:nvCxnSpPr>
          <p:cNvPr id="23" name="Connecteur droit avec flèche 22">
            <a:extLst>
              <a:ext uri="{FF2B5EF4-FFF2-40B4-BE49-F238E27FC236}">
                <a16:creationId xmlns:a16="http://schemas.microsoft.com/office/drawing/2014/main" id="{7B7E9584-53A1-F579-4059-BD22E38F014B}"/>
              </a:ext>
            </a:extLst>
          </p:cNvPr>
          <p:cNvCxnSpPr>
            <a:cxnSpLocks/>
          </p:cNvCxnSpPr>
          <p:nvPr/>
        </p:nvCxnSpPr>
        <p:spPr>
          <a:xfrm>
            <a:off x="6036623" y="3557675"/>
            <a:ext cx="0" cy="1821847"/>
          </a:xfrm>
          <a:prstGeom prst="straightConnector1">
            <a:avLst/>
          </a:prstGeom>
          <a:ln w="508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994507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007E00-ADE2-8670-CED9-357EAD4E7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e 17">
            <a:extLst>
              <a:ext uri="{FF2B5EF4-FFF2-40B4-BE49-F238E27FC236}">
                <a16:creationId xmlns:a16="http://schemas.microsoft.com/office/drawing/2014/main" id="{92DCE79A-4B48-34B4-506F-1B00C4F86FEF}"/>
              </a:ext>
            </a:extLst>
          </p:cNvPr>
          <p:cNvGrpSpPr/>
          <p:nvPr/>
        </p:nvGrpSpPr>
        <p:grpSpPr>
          <a:xfrm>
            <a:off x="304196" y="-1531438"/>
            <a:ext cx="11583608" cy="8023370"/>
            <a:chOff x="304196" y="-1643836"/>
            <a:chExt cx="11583608" cy="802337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CDBD169-AC43-1117-8709-9470B6DC2186}"/>
                </a:ext>
              </a:extLst>
            </p:cNvPr>
            <p:cNvSpPr/>
            <p:nvPr/>
          </p:nvSpPr>
          <p:spPr>
            <a:xfrm rot="16200000">
              <a:off x="1199876" y="-778466"/>
              <a:ext cx="1920048" cy="189307"/>
            </a:xfrm>
            <a:prstGeom prst="rect">
              <a:avLst/>
            </a:prstGeom>
            <a:blipFill>
              <a:blip r:embed="rId3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75895BD-24FC-8638-0CA1-E848099B7C55}"/>
                </a:ext>
              </a:extLst>
            </p:cNvPr>
            <p:cNvSpPr/>
            <p:nvPr/>
          </p:nvSpPr>
          <p:spPr>
            <a:xfrm rot="16200000">
              <a:off x="9072074" y="-778465"/>
              <a:ext cx="1920048" cy="189307"/>
            </a:xfrm>
            <a:prstGeom prst="rect">
              <a:avLst/>
            </a:prstGeom>
            <a:blipFill>
              <a:blip r:embed="rId3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" name="Rectangle : coins arrondis 4">
              <a:extLst>
                <a:ext uri="{FF2B5EF4-FFF2-40B4-BE49-F238E27FC236}">
                  <a16:creationId xmlns:a16="http://schemas.microsoft.com/office/drawing/2014/main" id="{B3966220-C3E8-12BE-48F3-0DE9C99D9A21}"/>
                </a:ext>
              </a:extLst>
            </p:cNvPr>
            <p:cNvSpPr/>
            <p:nvPr/>
          </p:nvSpPr>
          <p:spPr>
            <a:xfrm>
              <a:off x="304196" y="276214"/>
              <a:ext cx="11583608" cy="6103320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</p:grpSp>
      <p:sp>
        <p:nvSpPr>
          <p:cNvPr id="2" name="ZoneTexte 1">
            <a:extLst>
              <a:ext uri="{FF2B5EF4-FFF2-40B4-BE49-F238E27FC236}">
                <a16:creationId xmlns:a16="http://schemas.microsoft.com/office/drawing/2014/main" id="{7EC1D453-0811-0BCE-26BF-C27CC1CECC27}"/>
              </a:ext>
            </a:extLst>
          </p:cNvPr>
          <p:cNvSpPr txBox="1"/>
          <p:nvPr/>
        </p:nvSpPr>
        <p:spPr>
          <a:xfrm>
            <a:off x="1662764" y="486342"/>
            <a:ext cx="871450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0" dirty="0">
                <a:latin typeface="Comic Sans MS" panose="030F0902030302020204" pitchFamily="66" charset="0"/>
              </a:rPr>
              <a:t>La Gravité </a:t>
            </a:r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042C6AF3-4758-14F6-35BA-ECC8AFD0D0CA}"/>
              </a:ext>
            </a:extLst>
          </p:cNvPr>
          <p:cNvGrpSpPr>
            <a:grpSpLocks noChangeAspect="1"/>
          </p:cNvGrpSpPr>
          <p:nvPr/>
        </p:nvGrpSpPr>
        <p:grpSpPr>
          <a:xfrm>
            <a:off x="4157736" y="1907515"/>
            <a:ext cx="4077053" cy="4379045"/>
            <a:chOff x="2035279" y="2361384"/>
            <a:chExt cx="3066624" cy="3293772"/>
          </a:xfrm>
        </p:grpSpPr>
        <p:sp>
          <p:nvSpPr>
            <p:cNvPr id="4" name="Ellipse 3">
              <a:extLst>
                <a:ext uri="{FF2B5EF4-FFF2-40B4-BE49-F238E27FC236}">
                  <a16:creationId xmlns:a16="http://schemas.microsoft.com/office/drawing/2014/main" id="{C669561D-3DE8-F0F5-4C7B-C297001353B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254551" y="2414516"/>
              <a:ext cx="800840" cy="80083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6" name="Ellipse 5">
              <a:extLst>
                <a:ext uri="{FF2B5EF4-FFF2-40B4-BE49-F238E27FC236}">
                  <a16:creationId xmlns:a16="http://schemas.microsoft.com/office/drawing/2014/main" id="{B76F76BE-2E9C-90EE-BA80-8743573ACE8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01064" y="3750431"/>
              <a:ext cx="800839" cy="800839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7" name="Ellipse 6">
              <a:extLst>
                <a:ext uri="{FF2B5EF4-FFF2-40B4-BE49-F238E27FC236}">
                  <a16:creationId xmlns:a16="http://schemas.microsoft.com/office/drawing/2014/main" id="{855733C1-6170-9EF8-56CC-B3C98572981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707397" y="4052800"/>
              <a:ext cx="498471" cy="498471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9" name="Ellipse 8">
              <a:extLst>
                <a:ext uri="{FF2B5EF4-FFF2-40B4-BE49-F238E27FC236}">
                  <a16:creationId xmlns:a16="http://schemas.microsoft.com/office/drawing/2014/main" id="{E011FE88-1374-1442-F819-FC9E70B9A3E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619254" y="2726799"/>
              <a:ext cx="977110" cy="97711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0" name="Ellipse 9">
              <a:extLst>
                <a:ext uri="{FF2B5EF4-FFF2-40B4-BE49-F238E27FC236}">
                  <a16:creationId xmlns:a16="http://schemas.microsoft.com/office/drawing/2014/main" id="{7EEE50D6-BB79-D7DE-F9B7-40931E08E62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035279" y="3384842"/>
              <a:ext cx="249236" cy="249236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1" name="Ellipse 10">
              <a:extLst>
                <a:ext uri="{FF2B5EF4-FFF2-40B4-BE49-F238E27FC236}">
                  <a16:creationId xmlns:a16="http://schemas.microsoft.com/office/drawing/2014/main" id="{84526414-F80C-43BB-2B94-E855E9A6DF7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494635" y="4302035"/>
              <a:ext cx="249236" cy="249236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3" name="Ellipse 12">
              <a:extLst>
                <a:ext uri="{FF2B5EF4-FFF2-40B4-BE49-F238E27FC236}">
                  <a16:creationId xmlns:a16="http://schemas.microsoft.com/office/drawing/2014/main" id="{77016B35-BFA7-DA98-0772-704E9B259DE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83736" y="4551271"/>
              <a:ext cx="346437" cy="346437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4" name="Ellipse 13">
              <a:extLst>
                <a:ext uri="{FF2B5EF4-FFF2-40B4-BE49-F238E27FC236}">
                  <a16:creationId xmlns:a16="http://schemas.microsoft.com/office/drawing/2014/main" id="{93C9B20D-EE67-922E-8DA7-9AD4B206E84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920912" y="4897707"/>
              <a:ext cx="757449" cy="757449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6" name="Ellipse 15">
              <a:extLst>
                <a:ext uri="{FF2B5EF4-FFF2-40B4-BE49-F238E27FC236}">
                  <a16:creationId xmlns:a16="http://schemas.microsoft.com/office/drawing/2014/main" id="{D513E458-CD09-FA10-577D-F025C5AE293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911243" y="4599445"/>
              <a:ext cx="498471" cy="498471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1" name="Ellipse 20">
              <a:extLst>
                <a:ext uri="{FF2B5EF4-FFF2-40B4-BE49-F238E27FC236}">
                  <a16:creationId xmlns:a16="http://schemas.microsoft.com/office/drawing/2014/main" id="{95F83D4B-A5EB-7434-8999-95901E112EF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352985" y="2361384"/>
              <a:ext cx="245617" cy="245617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24" name="Ellipse 23">
            <a:extLst>
              <a:ext uri="{FF2B5EF4-FFF2-40B4-BE49-F238E27FC236}">
                <a16:creationId xmlns:a16="http://schemas.microsoft.com/office/drawing/2014/main" id="{6E13AEF9-2067-F53E-273D-0C3E70788115}"/>
              </a:ext>
            </a:extLst>
          </p:cNvPr>
          <p:cNvSpPr>
            <a:spLocks noChangeAspect="1"/>
          </p:cNvSpPr>
          <p:nvPr/>
        </p:nvSpPr>
        <p:spPr>
          <a:xfrm>
            <a:off x="4444900" y="1973798"/>
            <a:ext cx="1064711" cy="1064709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6E43B2A1-0553-CC24-DBDF-9D5F56EE6B89}"/>
              </a:ext>
            </a:extLst>
          </p:cNvPr>
          <p:cNvSpPr>
            <a:spLocks noChangeAspect="1"/>
          </p:cNvSpPr>
          <p:nvPr/>
        </p:nvSpPr>
        <p:spPr>
          <a:xfrm>
            <a:off x="7165724" y="3749886"/>
            <a:ext cx="1064709" cy="1064709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44EE32A0-486B-660D-3008-896903826DE1}"/>
              </a:ext>
            </a:extLst>
          </p:cNvPr>
          <p:cNvSpPr>
            <a:spLocks noChangeAspect="1"/>
          </p:cNvSpPr>
          <p:nvPr/>
        </p:nvSpPr>
        <p:spPr>
          <a:xfrm>
            <a:off x="5046956" y="4151884"/>
            <a:ext cx="662713" cy="662713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Ellipse 26">
            <a:extLst>
              <a:ext uri="{FF2B5EF4-FFF2-40B4-BE49-F238E27FC236}">
                <a16:creationId xmlns:a16="http://schemas.microsoft.com/office/drawing/2014/main" id="{E2BC0B30-EC60-3EA9-B999-73647964AF68}"/>
              </a:ext>
            </a:extLst>
          </p:cNvPr>
          <p:cNvSpPr>
            <a:spLocks noChangeAspect="1"/>
          </p:cNvSpPr>
          <p:nvPr/>
        </p:nvSpPr>
        <p:spPr>
          <a:xfrm>
            <a:off x="6259263" y="2388975"/>
            <a:ext cx="1299060" cy="129906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Ellipse 27">
            <a:extLst>
              <a:ext uri="{FF2B5EF4-FFF2-40B4-BE49-F238E27FC236}">
                <a16:creationId xmlns:a16="http://schemas.microsoft.com/office/drawing/2014/main" id="{F91C14E3-F237-3B09-4474-4066E01B9513}"/>
              </a:ext>
            </a:extLst>
          </p:cNvPr>
          <p:cNvSpPr>
            <a:spLocks noChangeAspect="1"/>
          </p:cNvSpPr>
          <p:nvPr/>
        </p:nvSpPr>
        <p:spPr>
          <a:xfrm>
            <a:off x="4153380" y="3263839"/>
            <a:ext cx="331357" cy="331357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9" name="Ellipse 28">
            <a:extLst>
              <a:ext uri="{FF2B5EF4-FFF2-40B4-BE49-F238E27FC236}">
                <a16:creationId xmlns:a16="http://schemas.microsoft.com/office/drawing/2014/main" id="{214DAFE6-D4ED-75FE-B1B2-6A127D5241A2}"/>
              </a:ext>
            </a:extLst>
          </p:cNvPr>
          <p:cNvSpPr>
            <a:spLocks noChangeAspect="1"/>
          </p:cNvSpPr>
          <p:nvPr/>
        </p:nvSpPr>
        <p:spPr>
          <a:xfrm>
            <a:off x="6093583" y="4483240"/>
            <a:ext cx="331357" cy="331357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Ellipse 29">
            <a:extLst>
              <a:ext uri="{FF2B5EF4-FFF2-40B4-BE49-F238E27FC236}">
                <a16:creationId xmlns:a16="http://schemas.microsoft.com/office/drawing/2014/main" id="{1D3C3FBF-7DDF-830D-A32C-505F5D30D8DC}"/>
              </a:ext>
            </a:extLst>
          </p:cNvPr>
          <p:cNvSpPr>
            <a:spLocks noChangeAspect="1"/>
          </p:cNvSpPr>
          <p:nvPr/>
        </p:nvSpPr>
        <p:spPr>
          <a:xfrm>
            <a:off x="4350752" y="4814597"/>
            <a:ext cx="460585" cy="460585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" name="Ellipse 30">
            <a:extLst>
              <a:ext uri="{FF2B5EF4-FFF2-40B4-BE49-F238E27FC236}">
                <a16:creationId xmlns:a16="http://schemas.microsoft.com/office/drawing/2014/main" id="{65B052BF-637B-FA4D-28B9-7BD9D61B83FE}"/>
              </a:ext>
            </a:extLst>
          </p:cNvPr>
          <p:cNvSpPr>
            <a:spLocks noChangeAspect="1"/>
          </p:cNvSpPr>
          <p:nvPr/>
        </p:nvSpPr>
        <p:spPr>
          <a:xfrm>
            <a:off x="5330822" y="5275181"/>
            <a:ext cx="1007023" cy="1007023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" name="Ellipse 31">
            <a:extLst>
              <a:ext uri="{FF2B5EF4-FFF2-40B4-BE49-F238E27FC236}">
                <a16:creationId xmlns:a16="http://schemas.microsoft.com/office/drawing/2014/main" id="{D56CD21B-1AF6-A16B-4893-7CD3C7A950C1}"/>
              </a:ext>
            </a:extLst>
          </p:cNvPr>
          <p:cNvSpPr>
            <a:spLocks noChangeAspect="1"/>
          </p:cNvSpPr>
          <p:nvPr/>
        </p:nvSpPr>
        <p:spPr>
          <a:xfrm>
            <a:off x="6647460" y="4878644"/>
            <a:ext cx="662713" cy="662713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Ellipse 32">
            <a:extLst>
              <a:ext uri="{FF2B5EF4-FFF2-40B4-BE49-F238E27FC236}">
                <a16:creationId xmlns:a16="http://schemas.microsoft.com/office/drawing/2014/main" id="{417FA1E1-5403-DA44-6C1F-B6272908D5CD}"/>
              </a:ext>
            </a:extLst>
          </p:cNvPr>
          <p:cNvSpPr>
            <a:spLocks noChangeAspect="1"/>
          </p:cNvSpPr>
          <p:nvPr/>
        </p:nvSpPr>
        <p:spPr>
          <a:xfrm>
            <a:off x="5905260" y="1903159"/>
            <a:ext cx="326546" cy="32654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35" name="Connecteur droit avec flèche 34">
            <a:extLst>
              <a:ext uri="{FF2B5EF4-FFF2-40B4-BE49-F238E27FC236}">
                <a16:creationId xmlns:a16="http://schemas.microsoft.com/office/drawing/2014/main" id="{5ADEDFE8-7869-05AC-9200-C342A4804F53}"/>
              </a:ext>
            </a:extLst>
          </p:cNvPr>
          <p:cNvCxnSpPr>
            <a:cxnSpLocks/>
          </p:cNvCxnSpPr>
          <p:nvPr/>
        </p:nvCxnSpPr>
        <p:spPr>
          <a:xfrm>
            <a:off x="6196341" y="2218954"/>
            <a:ext cx="240956" cy="301825"/>
          </a:xfrm>
          <a:prstGeom prst="straightConnector1">
            <a:avLst/>
          </a:prstGeom>
          <a:ln w="47625">
            <a:solidFill>
              <a:srgbClr val="FF0000"/>
            </a:solidFill>
            <a:headEnd type="triangl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eur droit avec flèche 38">
            <a:extLst>
              <a:ext uri="{FF2B5EF4-FFF2-40B4-BE49-F238E27FC236}">
                <a16:creationId xmlns:a16="http://schemas.microsoft.com/office/drawing/2014/main" id="{9D8524FE-8B0B-F2B6-3544-69FD81D784BF}"/>
              </a:ext>
            </a:extLst>
          </p:cNvPr>
          <p:cNvCxnSpPr>
            <a:cxnSpLocks/>
          </p:cNvCxnSpPr>
          <p:nvPr/>
        </p:nvCxnSpPr>
        <p:spPr>
          <a:xfrm flipH="1">
            <a:off x="5472540" y="2100649"/>
            <a:ext cx="395649" cy="166127"/>
          </a:xfrm>
          <a:prstGeom prst="straightConnector1">
            <a:avLst/>
          </a:prstGeom>
          <a:ln w="47625">
            <a:solidFill>
              <a:srgbClr val="FF0000"/>
            </a:solidFill>
            <a:headEnd type="triangl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eur droit avec flèche 45">
            <a:extLst>
              <a:ext uri="{FF2B5EF4-FFF2-40B4-BE49-F238E27FC236}">
                <a16:creationId xmlns:a16="http://schemas.microsoft.com/office/drawing/2014/main" id="{DEE1855F-EC7B-824A-F408-0EA1D28423D3}"/>
              </a:ext>
            </a:extLst>
          </p:cNvPr>
          <p:cNvCxnSpPr/>
          <p:nvPr/>
        </p:nvCxnSpPr>
        <p:spPr>
          <a:xfrm>
            <a:off x="5509611" y="2681416"/>
            <a:ext cx="686730" cy="222422"/>
          </a:xfrm>
          <a:prstGeom prst="straightConnector1">
            <a:avLst/>
          </a:prstGeom>
          <a:ln w="47625">
            <a:solidFill>
              <a:srgbClr val="FF0000"/>
            </a:solidFill>
            <a:headEnd type="triangl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eur droit avec flèche 47">
            <a:extLst>
              <a:ext uri="{FF2B5EF4-FFF2-40B4-BE49-F238E27FC236}">
                <a16:creationId xmlns:a16="http://schemas.microsoft.com/office/drawing/2014/main" id="{38E77AB9-0500-6175-40DD-46D39FB5533F}"/>
              </a:ext>
            </a:extLst>
          </p:cNvPr>
          <p:cNvCxnSpPr/>
          <p:nvPr/>
        </p:nvCxnSpPr>
        <p:spPr>
          <a:xfrm flipV="1">
            <a:off x="4484737" y="3038507"/>
            <a:ext cx="124333" cy="225332"/>
          </a:xfrm>
          <a:prstGeom prst="straightConnector1">
            <a:avLst/>
          </a:prstGeom>
          <a:ln w="47625">
            <a:solidFill>
              <a:srgbClr val="FF0000"/>
            </a:solidFill>
            <a:headEnd type="triangl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eur droit avec flèche 49">
            <a:extLst>
              <a:ext uri="{FF2B5EF4-FFF2-40B4-BE49-F238E27FC236}">
                <a16:creationId xmlns:a16="http://schemas.microsoft.com/office/drawing/2014/main" id="{9C9FFFE8-A05D-BEB8-EEDA-E4B6F1D1F6F8}"/>
              </a:ext>
            </a:extLst>
          </p:cNvPr>
          <p:cNvCxnSpPr/>
          <p:nvPr/>
        </p:nvCxnSpPr>
        <p:spPr>
          <a:xfrm>
            <a:off x="5046956" y="3038507"/>
            <a:ext cx="179952" cy="1113377"/>
          </a:xfrm>
          <a:prstGeom prst="straightConnector1">
            <a:avLst/>
          </a:prstGeom>
          <a:ln w="47625">
            <a:solidFill>
              <a:srgbClr val="FF0000"/>
            </a:solidFill>
            <a:headEnd type="triangl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eur droit avec flèche 51">
            <a:extLst>
              <a:ext uri="{FF2B5EF4-FFF2-40B4-BE49-F238E27FC236}">
                <a16:creationId xmlns:a16="http://schemas.microsoft.com/office/drawing/2014/main" id="{EF8E4BAC-306D-C9AF-D730-101F2C98BF08}"/>
              </a:ext>
            </a:extLst>
          </p:cNvPr>
          <p:cNvCxnSpPr/>
          <p:nvPr/>
        </p:nvCxnSpPr>
        <p:spPr>
          <a:xfrm flipH="1">
            <a:off x="5709669" y="3429000"/>
            <a:ext cx="715271" cy="821724"/>
          </a:xfrm>
          <a:prstGeom prst="straightConnector1">
            <a:avLst/>
          </a:prstGeom>
          <a:ln w="47625">
            <a:solidFill>
              <a:srgbClr val="FF0000"/>
            </a:solidFill>
            <a:headEnd type="triangl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eur droit avec flèche 53">
            <a:extLst>
              <a:ext uri="{FF2B5EF4-FFF2-40B4-BE49-F238E27FC236}">
                <a16:creationId xmlns:a16="http://schemas.microsoft.com/office/drawing/2014/main" id="{86E2D110-E40B-0070-8EED-F09D78E91F0E}"/>
              </a:ext>
            </a:extLst>
          </p:cNvPr>
          <p:cNvCxnSpPr/>
          <p:nvPr/>
        </p:nvCxnSpPr>
        <p:spPr>
          <a:xfrm>
            <a:off x="7310173" y="3595196"/>
            <a:ext cx="128595" cy="154690"/>
          </a:xfrm>
          <a:prstGeom prst="straightConnector1">
            <a:avLst/>
          </a:prstGeom>
          <a:ln w="47625">
            <a:solidFill>
              <a:srgbClr val="FF0000"/>
            </a:solidFill>
            <a:headEnd type="triangl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avec flèche 55">
            <a:extLst>
              <a:ext uri="{FF2B5EF4-FFF2-40B4-BE49-F238E27FC236}">
                <a16:creationId xmlns:a16="http://schemas.microsoft.com/office/drawing/2014/main" id="{9D887F54-082D-4BDB-7BEC-0A7FCCF00097}"/>
              </a:ext>
            </a:extLst>
          </p:cNvPr>
          <p:cNvCxnSpPr/>
          <p:nvPr/>
        </p:nvCxnSpPr>
        <p:spPr>
          <a:xfrm flipH="1">
            <a:off x="6337845" y="3672541"/>
            <a:ext cx="309615" cy="733354"/>
          </a:xfrm>
          <a:prstGeom prst="straightConnector1">
            <a:avLst/>
          </a:prstGeom>
          <a:ln w="47625">
            <a:solidFill>
              <a:srgbClr val="FF0000"/>
            </a:solidFill>
            <a:headEnd type="triangl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eur droit avec flèche 57">
            <a:extLst>
              <a:ext uri="{FF2B5EF4-FFF2-40B4-BE49-F238E27FC236}">
                <a16:creationId xmlns:a16="http://schemas.microsoft.com/office/drawing/2014/main" id="{DED25DC5-7829-2345-C96F-EDD84C959313}"/>
              </a:ext>
            </a:extLst>
          </p:cNvPr>
          <p:cNvCxnSpPr>
            <a:cxnSpLocks/>
          </p:cNvCxnSpPr>
          <p:nvPr/>
        </p:nvCxnSpPr>
        <p:spPr>
          <a:xfrm>
            <a:off x="5472540" y="4878644"/>
            <a:ext cx="134027" cy="396537"/>
          </a:xfrm>
          <a:prstGeom prst="straightConnector1">
            <a:avLst/>
          </a:prstGeom>
          <a:ln w="47625">
            <a:solidFill>
              <a:srgbClr val="FF0000"/>
            </a:solidFill>
            <a:headEnd type="triangl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eur droit avec flèche 59">
            <a:extLst>
              <a:ext uri="{FF2B5EF4-FFF2-40B4-BE49-F238E27FC236}">
                <a16:creationId xmlns:a16="http://schemas.microsoft.com/office/drawing/2014/main" id="{EC465FD2-51CE-5B76-6807-8B5C75E5EFE4}"/>
              </a:ext>
            </a:extLst>
          </p:cNvPr>
          <p:cNvCxnSpPr>
            <a:cxnSpLocks/>
          </p:cNvCxnSpPr>
          <p:nvPr/>
        </p:nvCxnSpPr>
        <p:spPr>
          <a:xfrm>
            <a:off x="6443224" y="4765167"/>
            <a:ext cx="251860" cy="161101"/>
          </a:xfrm>
          <a:prstGeom prst="straightConnector1">
            <a:avLst/>
          </a:prstGeom>
          <a:ln w="47625">
            <a:solidFill>
              <a:srgbClr val="FF0000"/>
            </a:solidFill>
            <a:headEnd type="triangl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eur droit avec flèche 61">
            <a:extLst>
              <a:ext uri="{FF2B5EF4-FFF2-40B4-BE49-F238E27FC236}">
                <a16:creationId xmlns:a16="http://schemas.microsoft.com/office/drawing/2014/main" id="{92B9BADC-B822-6237-A965-E1EB6304DFFE}"/>
              </a:ext>
            </a:extLst>
          </p:cNvPr>
          <p:cNvCxnSpPr/>
          <p:nvPr/>
        </p:nvCxnSpPr>
        <p:spPr>
          <a:xfrm flipH="1">
            <a:off x="4811337" y="4648918"/>
            <a:ext cx="235619" cy="229726"/>
          </a:xfrm>
          <a:prstGeom prst="straightConnector1">
            <a:avLst/>
          </a:prstGeom>
          <a:ln w="47625">
            <a:solidFill>
              <a:srgbClr val="FF0000"/>
            </a:solidFill>
            <a:headEnd type="triangl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907271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"/>
                            </p:stCondLst>
                            <p:childTnLst>
                              <p:par>
                                <p:cTn id="49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0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300"/>
                            </p:stCondLst>
                            <p:childTnLst>
                              <p:par>
                                <p:cTn id="55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400"/>
                            </p:stCondLst>
                            <p:childTnLst>
                              <p:par>
                                <p:cTn id="58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600"/>
                            </p:stCondLst>
                            <p:childTnLst>
                              <p:par>
                                <p:cTn id="6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600"/>
                            </p:stCondLst>
                            <p:childTnLst>
                              <p:par>
                                <p:cTn id="67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700"/>
                            </p:stCondLst>
                            <p:childTnLst>
                              <p:par>
                                <p:cTn id="70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800"/>
                            </p:stCondLst>
                            <p:childTnLst>
                              <p:par>
                                <p:cTn id="73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54167E-6 1.11111E-6 L -0.02396 0.14167 " pathEditMode="relative" rAng="0" ptsTypes="AA">
                                      <p:cBhvr>
                                        <p:cTn id="101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98" y="7083"/>
                                    </p:animMotion>
                                  </p:childTnLst>
                                </p:cTn>
                              </p:par>
                              <p:par>
                                <p:cTn id="102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1.85185E-6 L 0.0582 -0.13796 " pathEditMode="relative" rAng="0" ptsTypes="AA">
                                      <p:cBhvr>
                                        <p:cTn id="103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04" y="-6898"/>
                                    </p:animMotion>
                                  </p:childTnLst>
                                </p:cTn>
                              </p:par>
                              <p:par>
                                <p:cTn id="104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0 L 0.05872 0.0081 " pathEditMode="relative" rAng="0" ptsTypes="AA">
                                      <p:cBhvr>
                                        <p:cTn id="105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30" y="394"/>
                                    </p:animMotion>
                                  </p:childTnLst>
                                </p:cTn>
                              </p:par>
                              <p:par>
                                <p:cTn id="106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7 4.44444E-6 L -0.1237 -0.06019 " pathEditMode="relative" rAng="0" ptsTypes="AA">
                                      <p:cBhvr>
                                        <p:cTn id="107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185" y="-3009"/>
                                    </p:animMotion>
                                  </p:childTnLst>
                                </p:cTn>
                              </p:par>
                              <p:par>
                                <p:cTn id="108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4.44444E-6 L -0.08229 0.04004 " pathEditMode="relative" rAng="0" ptsTypes="AA">
                                      <p:cBhvr>
                                        <p:cTn id="109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115" y="1991"/>
                                    </p:animMotion>
                                  </p:childTnLst>
                                </p:cTn>
                              </p:par>
                              <p:par>
                                <p:cTn id="110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2.22222E-6 L -0.08802 -0.14537 " pathEditMode="relative" rAng="0" ptsTypes="AA">
                                      <p:cBhvr>
                                        <p:cTn id="111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401" y="-7269"/>
                                    </p:animMotion>
                                  </p:childTnLst>
                                </p:cTn>
                              </p:par>
                              <p:par>
                                <p:cTn id="112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2.22222E-6 L -0.04779 -0.09259 " pathEditMode="relative" rAng="0" ptsTypes="AA">
                                      <p:cBhvr>
                                        <p:cTn id="113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96" y="-4630"/>
                                    </p:animMotion>
                                  </p:childTnLst>
                                </p:cTn>
                              </p:par>
                              <p:par>
                                <p:cTn id="114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125E-6 2.22222E-6 L 0.03854 0.0956 " pathEditMode="relative" rAng="0" ptsTypes="AA">
                                      <p:cBhvr>
                                        <p:cTn id="115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27" y="4769"/>
                                    </p:animMotion>
                                  </p:childTnLst>
                                </p:cTn>
                              </p:par>
                              <p:par>
                                <p:cTn id="116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3.7037E-6 L 0.00429 -0.11481 " pathEditMode="relative" rAng="0" ptsTypes="AA">
                                      <p:cBhvr>
                                        <p:cTn id="117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8" y="-5741"/>
                                    </p:animMotion>
                                  </p:childTnLst>
                                </p:cTn>
                              </p:par>
                              <p:par>
                                <p:cTn id="118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75E-6 -2.59259E-6 L -0.00417 -0.23727 " pathEditMode="relative" rAng="0" ptsTypes="AA">
                                      <p:cBhvr>
                                        <p:cTn id="119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8" y="-1187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4" grpId="0" animBg="1"/>
      <p:bldP spid="24" grpId="1" animBg="1"/>
      <p:bldP spid="25" grpId="0" animBg="1"/>
      <p:bldP spid="25" grpId="1" animBg="1"/>
      <p:bldP spid="26" grpId="0" animBg="1"/>
      <p:bldP spid="26" grpId="1" animBg="1"/>
      <p:bldP spid="27" grpId="0" animBg="1"/>
      <p:bldP spid="27" grpId="1" animBg="1"/>
      <p:bldP spid="28" grpId="0" animBg="1"/>
      <p:bldP spid="28" grpId="1" animBg="1"/>
      <p:bldP spid="29" grpId="0" animBg="1"/>
      <p:bldP spid="29" grpId="1" animBg="1"/>
      <p:bldP spid="30" grpId="0" animBg="1"/>
      <p:bldP spid="30" grpId="1" animBg="1"/>
      <p:bldP spid="31" grpId="0" animBg="1"/>
      <p:bldP spid="31" grpId="1" animBg="1"/>
      <p:bldP spid="32" grpId="0" animBg="1"/>
      <p:bldP spid="32" grpId="1" animBg="1"/>
      <p:bldP spid="33" grpId="0" animBg="1"/>
      <p:bldP spid="33" grpId="1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852DA9-6C71-5262-422C-652466BE8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e 5">
            <a:extLst>
              <a:ext uri="{FF2B5EF4-FFF2-40B4-BE49-F238E27FC236}">
                <a16:creationId xmlns:a16="http://schemas.microsoft.com/office/drawing/2014/main" id="{76A0C2F4-57AE-3552-1F9F-D495E5CF9B71}"/>
              </a:ext>
            </a:extLst>
          </p:cNvPr>
          <p:cNvGrpSpPr/>
          <p:nvPr/>
        </p:nvGrpSpPr>
        <p:grpSpPr>
          <a:xfrm>
            <a:off x="304196" y="-1531438"/>
            <a:ext cx="11583608" cy="8023370"/>
            <a:chOff x="304196" y="-1531438"/>
            <a:chExt cx="11583608" cy="8023370"/>
          </a:xfrm>
        </p:grpSpPr>
        <p:grpSp>
          <p:nvGrpSpPr>
            <p:cNvPr id="7" name="Groupe 6">
              <a:extLst>
                <a:ext uri="{FF2B5EF4-FFF2-40B4-BE49-F238E27FC236}">
                  <a16:creationId xmlns:a16="http://schemas.microsoft.com/office/drawing/2014/main" id="{7678C52C-D922-86DD-2BBC-1671D78D8F8F}"/>
                </a:ext>
              </a:extLst>
            </p:cNvPr>
            <p:cNvGrpSpPr/>
            <p:nvPr/>
          </p:nvGrpSpPr>
          <p:grpSpPr>
            <a:xfrm>
              <a:off x="304196" y="-1531438"/>
              <a:ext cx="11583608" cy="8023370"/>
              <a:chOff x="304196" y="-1643836"/>
              <a:chExt cx="11583608" cy="8023370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2F4A3674-6C7A-BB2C-7B63-6032C83D21F3}"/>
                  </a:ext>
                </a:extLst>
              </p:cNvPr>
              <p:cNvSpPr/>
              <p:nvPr/>
            </p:nvSpPr>
            <p:spPr>
              <a:xfrm rot="16200000">
                <a:off x="1199876" y="-778466"/>
                <a:ext cx="1920048" cy="189307"/>
              </a:xfrm>
              <a:prstGeom prst="rect">
                <a:avLst/>
              </a:prstGeom>
              <a:blipFill>
                <a:blip r:embed="rId4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a:blip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3BC4D60C-018B-7FF5-C551-B88E1CE8C88F}"/>
                  </a:ext>
                </a:extLst>
              </p:cNvPr>
              <p:cNvSpPr/>
              <p:nvPr/>
            </p:nvSpPr>
            <p:spPr>
              <a:xfrm rot="16200000">
                <a:off x="9072074" y="-778465"/>
                <a:ext cx="1920048" cy="189307"/>
              </a:xfrm>
              <a:prstGeom prst="rect">
                <a:avLst/>
              </a:prstGeom>
              <a:blipFill>
                <a:blip r:embed="rId4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a:blip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1" name="Rectangle : coins arrondis 10">
                <a:extLst>
                  <a:ext uri="{FF2B5EF4-FFF2-40B4-BE49-F238E27FC236}">
                    <a16:creationId xmlns:a16="http://schemas.microsoft.com/office/drawing/2014/main" id="{1B044080-95A2-79BB-86B0-B43AF7290AF9}"/>
                  </a:ext>
                </a:extLst>
              </p:cNvPr>
              <p:cNvSpPr/>
              <p:nvPr/>
            </p:nvSpPr>
            <p:spPr>
              <a:xfrm>
                <a:off x="304196" y="276214"/>
                <a:ext cx="11583608" cy="6103320"/>
              </a:xfrm>
              <a:prstGeom prst="round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</p:grpSp>
        <p:sp>
          <p:nvSpPr>
            <p:cNvPr id="8" name="ZoneTexte 7">
              <a:extLst>
                <a:ext uri="{FF2B5EF4-FFF2-40B4-BE49-F238E27FC236}">
                  <a16:creationId xmlns:a16="http://schemas.microsoft.com/office/drawing/2014/main" id="{B5F7760A-7B50-2592-F295-DBAFA300DAAE}"/>
                </a:ext>
              </a:extLst>
            </p:cNvPr>
            <p:cNvSpPr txBox="1"/>
            <p:nvPr/>
          </p:nvSpPr>
          <p:spPr>
            <a:xfrm>
              <a:off x="1662764" y="486342"/>
              <a:ext cx="8714508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8000" dirty="0">
                  <a:latin typeface="Comic Sans MS" panose="030F0902030302020204" pitchFamily="66" charset="0"/>
                </a:rPr>
                <a:t>Naine Brune</a:t>
              </a:r>
            </a:p>
          </p:txBody>
        </p:sp>
      </p:grpSp>
      <p:sp>
        <p:nvSpPr>
          <p:cNvPr id="2" name="ZoneTexte 1">
            <a:extLst>
              <a:ext uri="{FF2B5EF4-FFF2-40B4-BE49-F238E27FC236}">
                <a16:creationId xmlns:a16="http://schemas.microsoft.com/office/drawing/2014/main" id="{D1E05FF5-84DA-96E9-095B-F5A2A9BBA145}"/>
              </a:ext>
            </a:extLst>
          </p:cNvPr>
          <p:cNvSpPr txBox="1"/>
          <p:nvPr/>
        </p:nvSpPr>
        <p:spPr>
          <a:xfrm>
            <a:off x="7255457" y="2283688"/>
            <a:ext cx="463234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latin typeface="Comic Sans MS" panose="030F0902030302020204" pitchFamily="66" charset="0"/>
              </a:rPr>
              <a:t>Intermédiaire entre étoile et planète :</a:t>
            </a:r>
          </a:p>
          <a:p>
            <a:r>
              <a:rPr lang="fr-FR" sz="3600" dirty="0">
                <a:latin typeface="Comic Sans MS" panose="030F0902030302020204" pitchFamily="66" charset="0"/>
              </a:rPr>
              <a:t>Similaire à grosse planète gazeuse</a:t>
            </a:r>
          </a:p>
          <a:p>
            <a:endParaRPr lang="fr-FR" sz="3600" dirty="0">
              <a:latin typeface="Comic Sans MS" panose="030F0902030302020204" pitchFamily="66" charset="0"/>
            </a:endParaRPr>
          </a:p>
          <a:p>
            <a:r>
              <a:rPr lang="fr-FR" sz="3600" dirty="0">
                <a:latin typeface="Comic Sans MS" panose="030F0902030302020204" pitchFamily="66" charset="0"/>
              </a:rPr>
              <a:t>N’émet pas de lumière</a:t>
            </a:r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14047BB4-D93F-B2FA-F311-EC2135734CED}"/>
              </a:ext>
            </a:extLst>
          </p:cNvPr>
          <p:cNvGrpSpPr/>
          <p:nvPr/>
        </p:nvGrpSpPr>
        <p:grpSpPr>
          <a:xfrm>
            <a:off x="304196" y="2023920"/>
            <a:ext cx="6951261" cy="4322244"/>
            <a:chOff x="304196" y="2023920"/>
            <a:chExt cx="6951261" cy="4322244"/>
          </a:xfrm>
        </p:grpSpPr>
        <p:pic>
          <p:nvPicPr>
            <p:cNvPr id="13" name="Picture 2">
              <a:extLst>
                <a:ext uri="{FF2B5EF4-FFF2-40B4-BE49-F238E27FC236}">
                  <a16:creationId xmlns:a16="http://schemas.microsoft.com/office/drawing/2014/main" id="{E206588F-8180-7548-6132-5ED004D90EB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/>
            <a:srcRect/>
            <a:stretch/>
          </p:blipFill>
          <p:spPr bwMode="auto">
            <a:xfrm>
              <a:off x="304196" y="2023920"/>
              <a:ext cx="6951261" cy="3910084"/>
            </a:xfrm>
            <a:prstGeom prst="rect">
              <a:avLst/>
            </a:prstGeom>
            <a:noFill/>
            <a:ln w="139700">
              <a:noFill/>
            </a:ln>
            <a:effectLst>
              <a:softEdge rad="320581"/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" name="ZoneTexte 2">
              <a:extLst>
                <a:ext uri="{FF2B5EF4-FFF2-40B4-BE49-F238E27FC236}">
                  <a16:creationId xmlns:a16="http://schemas.microsoft.com/office/drawing/2014/main" id="{3747E441-2F25-4D6F-01D3-B7818AA54162}"/>
                </a:ext>
              </a:extLst>
            </p:cNvPr>
            <p:cNvSpPr txBox="1"/>
            <p:nvPr/>
          </p:nvSpPr>
          <p:spPr>
            <a:xfrm>
              <a:off x="2860767" y="6007610"/>
              <a:ext cx="432380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6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Vue d’artiste inspirée d’observations de la NASA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2082753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C14191-AC7A-97C5-A04D-7CFDD4658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e 17">
            <a:extLst>
              <a:ext uri="{FF2B5EF4-FFF2-40B4-BE49-F238E27FC236}">
                <a16:creationId xmlns:a16="http://schemas.microsoft.com/office/drawing/2014/main" id="{ADFF250E-43C7-037A-1EF2-E6C8397CB59C}"/>
              </a:ext>
            </a:extLst>
          </p:cNvPr>
          <p:cNvGrpSpPr/>
          <p:nvPr/>
        </p:nvGrpSpPr>
        <p:grpSpPr>
          <a:xfrm>
            <a:off x="304196" y="-1531438"/>
            <a:ext cx="11583608" cy="8023370"/>
            <a:chOff x="304196" y="-1643836"/>
            <a:chExt cx="11583608" cy="802337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57CF7CF-B1DF-C306-5D85-4C0C98650772}"/>
                </a:ext>
              </a:extLst>
            </p:cNvPr>
            <p:cNvSpPr/>
            <p:nvPr/>
          </p:nvSpPr>
          <p:spPr>
            <a:xfrm rot="16200000">
              <a:off x="1199876" y="-778466"/>
              <a:ext cx="1920048" cy="189307"/>
            </a:xfrm>
            <a:prstGeom prst="rect">
              <a:avLst/>
            </a:prstGeom>
            <a:blipFill>
              <a:blip r:embed="rId3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BD67A84-3429-90DD-B7CA-7DD04F6D4E61}"/>
                </a:ext>
              </a:extLst>
            </p:cNvPr>
            <p:cNvSpPr/>
            <p:nvPr/>
          </p:nvSpPr>
          <p:spPr>
            <a:xfrm rot="16200000">
              <a:off x="9072074" y="-778465"/>
              <a:ext cx="1920048" cy="189307"/>
            </a:xfrm>
            <a:prstGeom prst="rect">
              <a:avLst/>
            </a:prstGeom>
            <a:blipFill>
              <a:blip r:embed="rId3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" name="Rectangle : coins arrondis 4">
              <a:extLst>
                <a:ext uri="{FF2B5EF4-FFF2-40B4-BE49-F238E27FC236}">
                  <a16:creationId xmlns:a16="http://schemas.microsoft.com/office/drawing/2014/main" id="{3FC0B82F-B522-5C95-F086-AA9B491F6689}"/>
                </a:ext>
              </a:extLst>
            </p:cNvPr>
            <p:cNvSpPr/>
            <p:nvPr/>
          </p:nvSpPr>
          <p:spPr>
            <a:xfrm>
              <a:off x="304196" y="276214"/>
              <a:ext cx="11583608" cy="6103320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</p:grpSp>
      <p:grpSp>
        <p:nvGrpSpPr>
          <p:cNvPr id="3" name="Groupe 2">
            <a:extLst>
              <a:ext uri="{FF2B5EF4-FFF2-40B4-BE49-F238E27FC236}">
                <a16:creationId xmlns:a16="http://schemas.microsoft.com/office/drawing/2014/main" id="{F6A7CF37-8AC4-5D3A-4906-22D830EADC85}"/>
              </a:ext>
            </a:extLst>
          </p:cNvPr>
          <p:cNvGrpSpPr>
            <a:grpSpLocks noChangeAspect="1"/>
          </p:cNvGrpSpPr>
          <p:nvPr/>
        </p:nvGrpSpPr>
        <p:grpSpPr>
          <a:xfrm>
            <a:off x="4157736" y="1249147"/>
            <a:ext cx="4077053" cy="4379045"/>
            <a:chOff x="2035279" y="2361384"/>
            <a:chExt cx="3066624" cy="3293772"/>
          </a:xfrm>
        </p:grpSpPr>
        <p:sp>
          <p:nvSpPr>
            <p:cNvPr id="4" name="Ellipse 3">
              <a:extLst>
                <a:ext uri="{FF2B5EF4-FFF2-40B4-BE49-F238E27FC236}">
                  <a16:creationId xmlns:a16="http://schemas.microsoft.com/office/drawing/2014/main" id="{520D08F0-597C-381A-BE54-16F819698DB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254551" y="2414516"/>
              <a:ext cx="800840" cy="80083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6" name="Ellipse 5">
              <a:extLst>
                <a:ext uri="{FF2B5EF4-FFF2-40B4-BE49-F238E27FC236}">
                  <a16:creationId xmlns:a16="http://schemas.microsoft.com/office/drawing/2014/main" id="{12644D22-4F7F-DE0D-2142-DF33886577C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01064" y="3750431"/>
              <a:ext cx="800839" cy="800839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7" name="Ellipse 6">
              <a:extLst>
                <a:ext uri="{FF2B5EF4-FFF2-40B4-BE49-F238E27FC236}">
                  <a16:creationId xmlns:a16="http://schemas.microsoft.com/office/drawing/2014/main" id="{51824A70-D212-4186-4733-D345503F878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707397" y="4052800"/>
              <a:ext cx="498471" cy="498471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9" name="Ellipse 8">
              <a:extLst>
                <a:ext uri="{FF2B5EF4-FFF2-40B4-BE49-F238E27FC236}">
                  <a16:creationId xmlns:a16="http://schemas.microsoft.com/office/drawing/2014/main" id="{42BBA509-EB55-D373-9C77-B43CE728F5A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619254" y="2726799"/>
              <a:ext cx="977110" cy="97711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0" name="Ellipse 9">
              <a:extLst>
                <a:ext uri="{FF2B5EF4-FFF2-40B4-BE49-F238E27FC236}">
                  <a16:creationId xmlns:a16="http://schemas.microsoft.com/office/drawing/2014/main" id="{E4B938FF-87A8-E8D8-5863-030116F9472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035279" y="3384842"/>
              <a:ext cx="249236" cy="249236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1" name="Ellipse 10">
              <a:extLst>
                <a:ext uri="{FF2B5EF4-FFF2-40B4-BE49-F238E27FC236}">
                  <a16:creationId xmlns:a16="http://schemas.microsoft.com/office/drawing/2014/main" id="{CCFB72A3-3071-2E7D-80C4-091B611D1D3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494635" y="4302035"/>
              <a:ext cx="249236" cy="249236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3" name="Ellipse 12">
              <a:extLst>
                <a:ext uri="{FF2B5EF4-FFF2-40B4-BE49-F238E27FC236}">
                  <a16:creationId xmlns:a16="http://schemas.microsoft.com/office/drawing/2014/main" id="{8CA8FBC1-3918-90F5-3CAC-20235A5D28B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83736" y="4551271"/>
              <a:ext cx="346437" cy="346437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4" name="Ellipse 13">
              <a:extLst>
                <a:ext uri="{FF2B5EF4-FFF2-40B4-BE49-F238E27FC236}">
                  <a16:creationId xmlns:a16="http://schemas.microsoft.com/office/drawing/2014/main" id="{740BE5C9-3E80-1059-296B-5DA14351353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920912" y="4897707"/>
              <a:ext cx="757449" cy="757449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6" name="Ellipse 15">
              <a:extLst>
                <a:ext uri="{FF2B5EF4-FFF2-40B4-BE49-F238E27FC236}">
                  <a16:creationId xmlns:a16="http://schemas.microsoft.com/office/drawing/2014/main" id="{A334EE47-E969-EBA8-3385-BBEAC14C623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911243" y="4599445"/>
              <a:ext cx="498471" cy="498471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1" name="Ellipse 20">
              <a:extLst>
                <a:ext uri="{FF2B5EF4-FFF2-40B4-BE49-F238E27FC236}">
                  <a16:creationId xmlns:a16="http://schemas.microsoft.com/office/drawing/2014/main" id="{B95A8323-43CF-8092-6EF7-34C3A19EA78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352985" y="2361384"/>
              <a:ext cx="245617" cy="245617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8" name="Ellipse 7">
            <a:extLst>
              <a:ext uri="{FF2B5EF4-FFF2-40B4-BE49-F238E27FC236}">
                <a16:creationId xmlns:a16="http://schemas.microsoft.com/office/drawing/2014/main" id="{F3B6C767-F7C8-4B83-254E-2D89754BB380}"/>
              </a:ext>
            </a:extLst>
          </p:cNvPr>
          <p:cNvSpPr>
            <a:spLocks noChangeAspect="1"/>
          </p:cNvSpPr>
          <p:nvPr/>
        </p:nvSpPr>
        <p:spPr>
          <a:xfrm>
            <a:off x="3017180" y="2941184"/>
            <a:ext cx="825058" cy="825056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41BA286D-0D60-0257-C161-8005ABE98312}"/>
              </a:ext>
            </a:extLst>
          </p:cNvPr>
          <p:cNvSpPr>
            <a:spLocks noChangeAspect="1"/>
          </p:cNvSpPr>
          <p:nvPr/>
        </p:nvSpPr>
        <p:spPr>
          <a:xfrm>
            <a:off x="8008430" y="1357434"/>
            <a:ext cx="331357" cy="331357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780D4D4E-1855-77E3-7C60-6476CA6F7823}"/>
              </a:ext>
            </a:extLst>
          </p:cNvPr>
          <p:cNvSpPr>
            <a:spLocks noChangeAspect="1"/>
          </p:cNvSpPr>
          <p:nvPr/>
        </p:nvSpPr>
        <p:spPr>
          <a:xfrm>
            <a:off x="7004401" y="5185513"/>
            <a:ext cx="331357" cy="331357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D8D7C828-3590-B972-4F8F-FFCEFFFCD7F7}"/>
              </a:ext>
            </a:extLst>
          </p:cNvPr>
          <p:cNvSpPr>
            <a:spLocks noChangeAspect="1"/>
          </p:cNvSpPr>
          <p:nvPr/>
        </p:nvSpPr>
        <p:spPr>
          <a:xfrm>
            <a:off x="3676559" y="4634223"/>
            <a:ext cx="331357" cy="331357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59042699-E8E4-7ABF-5A52-8C066B78BFA0}"/>
              </a:ext>
            </a:extLst>
          </p:cNvPr>
          <p:cNvSpPr>
            <a:spLocks noChangeAspect="1"/>
          </p:cNvSpPr>
          <p:nvPr/>
        </p:nvSpPr>
        <p:spPr>
          <a:xfrm>
            <a:off x="3140141" y="1495257"/>
            <a:ext cx="536418" cy="53641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99FD06A3-059F-83BA-25FC-2AF4A4F93B86}"/>
              </a:ext>
            </a:extLst>
          </p:cNvPr>
          <p:cNvSpPr>
            <a:spLocks noChangeAspect="1"/>
          </p:cNvSpPr>
          <p:nvPr/>
        </p:nvSpPr>
        <p:spPr>
          <a:xfrm>
            <a:off x="8555658" y="2404766"/>
            <a:ext cx="536418" cy="53641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08D41AD5-5E7B-046D-D7CB-9DBB40CFF88A}"/>
              </a:ext>
            </a:extLst>
          </p:cNvPr>
          <p:cNvSpPr>
            <a:spLocks noChangeAspect="1"/>
          </p:cNvSpPr>
          <p:nvPr/>
        </p:nvSpPr>
        <p:spPr>
          <a:xfrm>
            <a:off x="2567696" y="4058953"/>
            <a:ext cx="331357" cy="331357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7" name="Ellipse 26">
            <a:extLst>
              <a:ext uri="{FF2B5EF4-FFF2-40B4-BE49-F238E27FC236}">
                <a16:creationId xmlns:a16="http://schemas.microsoft.com/office/drawing/2014/main" id="{7A02182A-BAF2-9E8D-8DF8-78EE85170601}"/>
              </a:ext>
            </a:extLst>
          </p:cNvPr>
          <p:cNvSpPr>
            <a:spLocks noChangeAspect="1"/>
          </p:cNvSpPr>
          <p:nvPr/>
        </p:nvSpPr>
        <p:spPr>
          <a:xfrm>
            <a:off x="8095073" y="4272511"/>
            <a:ext cx="460585" cy="460585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8039207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30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0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70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80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900"/>
                            </p:stCondLst>
                            <p:childTnLst>
                              <p:par>
                                <p:cTn id="36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2" grpId="0" animBg="1"/>
      <p:bldP spid="19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A39DA6-1252-2819-781E-386F1C710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e 5">
            <a:extLst>
              <a:ext uri="{FF2B5EF4-FFF2-40B4-BE49-F238E27FC236}">
                <a16:creationId xmlns:a16="http://schemas.microsoft.com/office/drawing/2014/main" id="{8BAE830C-5208-B1D6-3935-D80541D1AAA5}"/>
              </a:ext>
            </a:extLst>
          </p:cNvPr>
          <p:cNvGrpSpPr/>
          <p:nvPr/>
        </p:nvGrpSpPr>
        <p:grpSpPr>
          <a:xfrm>
            <a:off x="304196" y="-1531438"/>
            <a:ext cx="11583608" cy="8023370"/>
            <a:chOff x="304196" y="-1531438"/>
            <a:chExt cx="11583608" cy="8023370"/>
          </a:xfrm>
        </p:grpSpPr>
        <p:grpSp>
          <p:nvGrpSpPr>
            <p:cNvPr id="7" name="Groupe 6">
              <a:extLst>
                <a:ext uri="{FF2B5EF4-FFF2-40B4-BE49-F238E27FC236}">
                  <a16:creationId xmlns:a16="http://schemas.microsoft.com/office/drawing/2014/main" id="{07E06FC3-F7CD-6C76-B6EE-6A1D024AEF37}"/>
                </a:ext>
              </a:extLst>
            </p:cNvPr>
            <p:cNvGrpSpPr/>
            <p:nvPr/>
          </p:nvGrpSpPr>
          <p:grpSpPr>
            <a:xfrm>
              <a:off x="304196" y="-1531438"/>
              <a:ext cx="11583608" cy="8023370"/>
              <a:chOff x="304196" y="-1643836"/>
              <a:chExt cx="11583608" cy="8023370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786BD966-D1C5-DA68-7C2E-4C8DF4CA25AE}"/>
                  </a:ext>
                </a:extLst>
              </p:cNvPr>
              <p:cNvSpPr/>
              <p:nvPr/>
            </p:nvSpPr>
            <p:spPr>
              <a:xfrm rot="16200000">
                <a:off x="1199876" y="-778466"/>
                <a:ext cx="1920048" cy="189307"/>
              </a:xfrm>
              <a:prstGeom prst="rect">
                <a:avLst/>
              </a:prstGeom>
              <a:blipFill>
                <a:blip r:embed="rId3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a:blip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716836D1-A8AC-F5B8-B37C-CF9CBBB1AA4A}"/>
                  </a:ext>
                </a:extLst>
              </p:cNvPr>
              <p:cNvSpPr/>
              <p:nvPr/>
            </p:nvSpPr>
            <p:spPr>
              <a:xfrm rot="16200000">
                <a:off x="9072074" y="-778465"/>
                <a:ext cx="1920048" cy="189307"/>
              </a:xfrm>
              <a:prstGeom prst="rect">
                <a:avLst/>
              </a:prstGeom>
              <a:blipFill>
                <a:blip r:embed="rId3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a:blip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1" name="Rectangle : coins arrondis 10">
                <a:extLst>
                  <a:ext uri="{FF2B5EF4-FFF2-40B4-BE49-F238E27FC236}">
                    <a16:creationId xmlns:a16="http://schemas.microsoft.com/office/drawing/2014/main" id="{E68F717B-A96B-A73C-7E83-402DBB1B2244}"/>
                  </a:ext>
                </a:extLst>
              </p:cNvPr>
              <p:cNvSpPr/>
              <p:nvPr/>
            </p:nvSpPr>
            <p:spPr>
              <a:xfrm>
                <a:off x="304196" y="276214"/>
                <a:ext cx="11583608" cy="6103320"/>
              </a:xfrm>
              <a:prstGeom prst="round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</p:grpSp>
        <p:sp>
          <p:nvSpPr>
            <p:cNvPr id="8" name="ZoneTexte 7">
              <a:extLst>
                <a:ext uri="{FF2B5EF4-FFF2-40B4-BE49-F238E27FC236}">
                  <a16:creationId xmlns:a16="http://schemas.microsoft.com/office/drawing/2014/main" id="{648D5979-601E-2DA9-10F1-A6E127C0B653}"/>
                </a:ext>
              </a:extLst>
            </p:cNvPr>
            <p:cNvSpPr txBox="1"/>
            <p:nvPr/>
          </p:nvSpPr>
          <p:spPr>
            <a:xfrm>
              <a:off x="1662764" y="486342"/>
              <a:ext cx="8714508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8000" dirty="0">
                  <a:latin typeface="Comic Sans MS" panose="030F0902030302020204" pitchFamily="66" charset="0"/>
                </a:rPr>
                <a:t>Fusion Nucléaire</a:t>
              </a:r>
            </a:p>
          </p:txBody>
        </p:sp>
      </p:grpSp>
      <p:sp>
        <p:nvSpPr>
          <p:cNvPr id="2" name="Ellipse 1">
            <a:extLst>
              <a:ext uri="{FF2B5EF4-FFF2-40B4-BE49-F238E27FC236}">
                <a16:creationId xmlns:a16="http://schemas.microsoft.com/office/drawing/2014/main" id="{477956A4-DE35-2F8E-787E-35125C861946}"/>
              </a:ext>
            </a:extLst>
          </p:cNvPr>
          <p:cNvSpPr>
            <a:spLocks noChangeAspect="1"/>
          </p:cNvSpPr>
          <p:nvPr/>
        </p:nvSpPr>
        <p:spPr>
          <a:xfrm>
            <a:off x="-1120958" y="3198343"/>
            <a:ext cx="704336" cy="704336"/>
          </a:xfrm>
          <a:prstGeom prst="ellipse">
            <a:avLst/>
          </a:prstGeom>
          <a:solidFill>
            <a:srgbClr val="FF26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1BD35735-402F-2718-E46C-6D55E5308A7B}"/>
              </a:ext>
            </a:extLst>
          </p:cNvPr>
          <p:cNvSpPr>
            <a:spLocks noChangeAspect="1"/>
          </p:cNvSpPr>
          <p:nvPr/>
        </p:nvSpPr>
        <p:spPr>
          <a:xfrm>
            <a:off x="12968880" y="2229856"/>
            <a:ext cx="704336" cy="704336"/>
          </a:xfrm>
          <a:prstGeom prst="ellipse">
            <a:avLst/>
          </a:prstGeom>
          <a:solidFill>
            <a:srgbClr val="FF26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8" name="Ellipse 37">
            <a:extLst>
              <a:ext uri="{FF2B5EF4-FFF2-40B4-BE49-F238E27FC236}">
                <a16:creationId xmlns:a16="http://schemas.microsoft.com/office/drawing/2014/main" id="{4484D2A3-A4C2-CF37-E6AE-183952BD8273}"/>
              </a:ext>
            </a:extLst>
          </p:cNvPr>
          <p:cNvSpPr>
            <a:spLocks noChangeAspect="1"/>
          </p:cNvSpPr>
          <p:nvPr/>
        </p:nvSpPr>
        <p:spPr>
          <a:xfrm>
            <a:off x="12362998" y="1546274"/>
            <a:ext cx="704336" cy="704336"/>
          </a:xfrm>
          <a:prstGeom prst="ellipse">
            <a:avLst/>
          </a:prstGeom>
          <a:solidFill>
            <a:srgbClr val="FF26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9" name="Ellipse 38">
            <a:extLst>
              <a:ext uri="{FF2B5EF4-FFF2-40B4-BE49-F238E27FC236}">
                <a16:creationId xmlns:a16="http://schemas.microsoft.com/office/drawing/2014/main" id="{CC556B69-6C0D-789D-693F-1FCD0BB87DE7}"/>
              </a:ext>
            </a:extLst>
          </p:cNvPr>
          <p:cNvSpPr>
            <a:spLocks noChangeAspect="1"/>
          </p:cNvSpPr>
          <p:nvPr/>
        </p:nvSpPr>
        <p:spPr>
          <a:xfrm>
            <a:off x="-875334" y="4554035"/>
            <a:ext cx="704336" cy="704336"/>
          </a:xfrm>
          <a:prstGeom prst="ellipse">
            <a:avLst/>
          </a:prstGeom>
          <a:solidFill>
            <a:srgbClr val="FF26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0" name="Ellipse 39">
            <a:extLst>
              <a:ext uri="{FF2B5EF4-FFF2-40B4-BE49-F238E27FC236}">
                <a16:creationId xmlns:a16="http://schemas.microsoft.com/office/drawing/2014/main" id="{D9438B6A-1FB3-87AF-5C9C-0B38701450F6}"/>
              </a:ext>
            </a:extLst>
          </p:cNvPr>
          <p:cNvSpPr>
            <a:spLocks noChangeAspect="1"/>
          </p:cNvSpPr>
          <p:nvPr/>
        </p:nvSpPr>
        <p:spPr>
          <a:xfrm>
            <a:off x="5340267" y="3303273"/>
            <a:ext cx="1091525" cy="1091525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4" name="Groupe 3">
            <a:extLst>
              <a:ext uri="{FF2B5EF4-FFF2-40B4-BE49-F238E27FC236}">
                <a16:creationId xmlns:a16="http://schemas.microsoft.com/office/drawing/2014/main" id="{F573D360-CD61-8657-2A6A-EB9CED9CF45D}"/>
              </a:ext>
            </a:extLst>
          </p:cNvPr>
          <p:cNvGrpSpPr/>
          <p:nvPr/>
        </p:nvGrpSpPr>
        <p:grpSpPr>
          <a:xfrm>
            <a:off x="3276117" y="2427117"/>
            <a:ext cx="5790989" cy="3279495"/>
            <a:chOff x="2665042" y="7261280"/>
            <a:chExt cx="5790989" cy="3279495"/>
          </a:xfrm>
        </p:grpSpPr>
        <p:cxnSp>
          <p:nvCxnSpPr>
            <p:cNvPr id="42" name="Connecteur droit avec flèche 41">
              <a:extLst>
                <a:ext uri="{FF2B5EF4-FFF2-40B4-BE49-F238E27FC236}">
                  <a16:creationId xmlns:a16="http://schemas.microsoft.com/office/drawing/2014/main" id="{558E70D4-BA1B-D274-D2CF-0738BD10AC2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153798" y="7733342"/>
              <a:ext cx="454357" cy="303828"/>
            </a:xfrm>
            <a:prstGeom prst="straightConnector1">
              <a:avLst/>
            </a:prstGeom>
            <a:ln w="88900" cap="rnd">
              <a:solidFill>
                <a:srgbClr val="0070C0"/>
              </a:solidFill>
              <a:tailEnd type="arrow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necteur droit avec flèche 46">
              <a:extLst>
                <a:ext uri="{FF2B5EF4-FFF2-40B4-BE49-F238E27FC236}">
                  <a16:creationId xmlns:a16="http://schemas.microsoft.com/office/drawing/2014/main" id="{CC774E99-4B51-BAEA-307C-35421CC8EE2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46689" y="7300911"/>
              <a:ext cx="163974" cy="478885"/>
            </a:xfrm>
            <a:prstGeom prst="straightConnector1">
              <a:avLst/>
            </a:prstGeom>
            <a:ln w="88900" cap="rnd">
              <a:solidFill>
                <a:srgbClr val="0070C0"/>
              </a:solidFill>
              <a:tailEnd type="arrow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onnecteur droit avec flèche 48">
              <a:extLst>
                <a:ext uri="{FF2B5EF4-FFF2-40B4-BE49-F238E27FC236}">
                  <a16:creationId xmlns:a16="http://schemas.microsoft.com/office/drawing/2014/main" id="{86F02509-5857-C974-C854-B843FF2170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10976" y="7293909"/>
              <a:ext cx="175054" cy="520384"/>
            </a:xfrm>
            <a:prstGeom prst="straightConnector1">
              <a:avLst/>
            </a:prstGeom>
            <a:ln w="88900" cap="rnd">
              <a:solidFill>
                <a:srgbClr val="0070C0"/>
              </a:solidFill>
              <a:tailEnd type="arrow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necteur droit avec flèche 51">
              <a:extLst>
                <a:ext uri="{FF2B5EF4-FFF2-40B4-BE49-F238E27FC236}">
                  <a16:creationId xmlns:a16="http://schemas.microsoft.com/office/drawing/2014/main" id="{7B301F23-33DA-39F6-3869-F867A4D1DC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12493" y="7769288"/>
              <a:ext cx="458232" cy="267882"/>
            </a:xfrm>
            <a:prstGeom prst="straightConnector1">
              <a:avLst/>
            </a:prstGeom>
            <a:ln w="88900" cap="rnd">
              <a:solidFill>
                <a:srgbClr val="0070C0"/>
              </a:solidFill>
              <a:tailEnd type="arrow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Connecteur droit avec flèche 53">
              <a:extLst>
                <a:ext uri="{FF2B5EF4-FFF2-40B4-BE49-F238E27FC236}">
                  <a16:creationId xmlns:a16="http://schemas.microsoft.com/office/drawing/2014/main" id="{8470AF51-9CF2-A871-D4BD-54F1B0ECE5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89976" y="8633929"/>
              <a:ext cx="465117" cy="42911"/>
            </a:xfrm>
            <a:prstGeom prst="straightConnector1">
              <a:avLst/>
            </a:prstGeom>
            <a:ln w="88900" cap="rnd">
              <a:solidFill>
                <a:srgbClr val="0070C0"/>
              </a:solidFill>
              <a:tailEnd type="arrow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Connecteur droit avec flèche 57">
              <a:extLst>
                <a:ext uri="{FF2B5EF4-FFF2-40B4-BE49-F238E27FC236}">
                  <a16:creationId xmlns:a16="http://schemas.microsoft.com/office/drawing/2014/main" id="{BA69D65D-96FD-E24C-5E2D-DA1E838839B2}"/>
                </a:ext>
              </a:extLst>
            </p:cNvPr>
            <p:cNvCxnSpPr>
              <a:cxnSpLocks/>
            </p:cNvCxnSpPr>
            <p:nvPr/>
          </p:nvCxnSpPr>
          <p:spPr>
            <a:xfrm>
              <a:off x="6029739" y="9221861"/>
              <a:ext cx="346574" cy="297728"/>
            </a:xfrm>
            <a:prstGeom prst="straightConnector1">
              <a:avLst/>
            </a:prstGeom>
            <a:ln w="88900" cap="rnd">
              <a:solidFill>
                <a:srgbClr val="0070C0"/>
              </a:solidFill>
              <a:tailEnd type="arrow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cteur droit avec flèche 59">
              <a:extLst>
                <a:ext uri="{FF2B5EF4-FFF2-40B4-BE49-F238E27FC236}">
                  <a16:creationId xmlns:a16="http://schemas.microsoft.com/office/drawing/2014/main" id="{C4ABE5CE-A237-23D9-FF33-9B4FFAB244BC}"/>
                </a:ext>
              </a:extLst>
            </p:cNvPr>
            <p:cNvCxnSpPr>
              <a:cxnSpLocks/>
            </p:cNvCxnSpPr>
            <p:nvPr/>
          </p:nvCxnSpPr>
          <p:spPr>
            <a:xfrm>
              <a:off x="5567859" y="9502789"/>
              <a:ext cx="86607" cy="468781"/>
            </a:xfrm>
            <a:prstGeom prst="straightConnector1">
              <a:avLst/>
            </a:prstGeom>
            <a:ln w="88900" cap="rnd">
              <a:solidFill>
                <a:srgbClr val="0070C0"/>
              </a:solidFill>
              <a:tailEnd type="arrow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Connecteur droit avec flèche 61">
              <a:extLst>
                <a:ext uri="{FF2B5EF4-FFF2-40B4-BE49-F238E27FC236}">
                  <a16:creationId xmlns:a16="http://schemas.microsoft.com/office/drawing/2014/main" id="{A74EED31-73BB-3ED8-0070-3B1DD5FC4B5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20465" y="9509710"/>
              <a:ext cx="267410" cy="460917"/>
            </a:xfrm>
            <a:prstGeom prst="straightConnector1">
              <a:avLst/>
            </a:prstGeom>
            <a:ln w="88900" cap="rnd">
              <a:solidFill>
                <a:srgbClr val="0070C0"/>
              </a:solidFill>
              <a:tailEnd type="arrow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Connecteur droit avec flèche 63">
              <a:extLst>
                <a:ext uri="{FF2B5EF4-FFF2-40B4-BE49-F238E27FC236}">
                  <a16:creationId xmlns:a16="http://schemas.microsoft.com/office/drawing/2014/main" id="{F1C384D5-3093-3927-2B07-5DA02A10B97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30593" y="9302710"/>
              <a:ext cx="443428" cy="216879"/>
            </a:xfrm>
            <a:prstGeom prst="straightConnector1">
              <a:avLst/>
            </a:prstGeom>
            <a:ln w="88900" cap="rnd">
              <a:solidFill>
                <a:srgbClr val="0070C0"/>
              </a:solidFill>
              <a:tailEnd type="arrow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Connecteur droit avec flèche 66">
              <a:extLst>
                <a:ext uri="{FF2B5EF4-FFF2-40B4-BE49-F238E27FC236}">
                  <a16:creationId xmlns:a16="http://schemas.microsoft.com/office/drawing/2014/main" id="{692D4B50-0830-EC5B-1AD2-0A3B607DD90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78922" y="8758836"/>
              <a:ext cx="477065" cy="0"/>
            </a:xfrm>
            <a:prstGeom prst="straightConnector1">
              <a:avLst/>
            </a:prstGeom>
            <a:ln w="88900" cap="rnd">
              <a:solidFill>
                <a:srgbClr val="0070C0"/>
              </a:solidFill>
              <a:tailEnd type="arrow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ZoneTexte 70">
              <a:extLst>
                <a:ext uri="{FF2B5EF4-FFF2-40B4-BE49-F238E27FC236}">
                  <a16:creationId xmlns:a16="http://schemas.microsoft.com/office/drawing/2014/main" id="{D34D61F8-5E19-E819-DB5F-32803F7F2CEC}"/>
                </a:ext>
              </a:extLst>
            </p:cNvPr>
            <p:cNvSpPr txBox="1"/>
            <p:nvPr/>
          </p:nvSpPr>
          <p:spPr>
            <a:xfrm rot="1056414">
              <a:off x="6362277" y="7261280"/>
              <a:ext cx="209375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800" dirty="0">
                  <a:solidFill>
                    <a:srgbClr val="0070C0"/>
                  </a:solidFill>
                  <a:latin typeface="Comic Sans MS" panose="030F0902030302020204" pitchFamily="66" charset="0"/>
                </a:rPr>
                <a:t>Energie </a:t>
              </a:r>
            </a:p>
          </p:txBody>
        </p:sp>
        <p:sp>
          <p:nvSpPr>
            <p:cNvPr id="72" name="ZoneTexte 71">
              <a:extLst>
                <a:ext uri="{FF2B5EF4-FFF2-40B4-BE49-F238E27FC236}">
                  <a16:creationId xmlns:a16="http://schemas.microsoft.com/office/drawing/2014/main" id="{989893F7-D56F-1C84-1BF7-E195E3CCF98A}"/>
                </a:ext>
              </a:extLst>
            </p:cNvPr>
            <p:cNvSpPr txBox="1"/>
            <p:nvPr/>
          </p:nvSpPr>
          <p:spPr>
            <a:xfrm rot="19046731">
              <a:off x="2665042" y="7360186"/>
              <a:ext cx="209375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800" dirty="0">
                  <a:solidFill>
                    <a:srgbClr val="0070C0"/>
                  </a:solidFill>
                  <a:latin typeface="Comic Sans MS" panose="030F0902030302020204" pitchFamily="66" charset="0"/>
                </a:rPr>
                <a:t>Particules</a:t>
              </a:r>
            </a:p>
          </p:txBody>
        </p:sp>
        <p:sp>
          <p:nvSpPr>
            <p:cNvPr id="73" name="ZoneTexte 72">
              <a:extLst>
                <a:ext uri="{FF2B5EF4-FFF2-40B4-BE49-F238E27FC236}">
                  <a16:creationId xmlns:a16="http://schemas.microsoft.com/office/drawing/2014/main" id="{A79C1C43-650B-0039-08E5-AAA9E9D94CD8}"/>
                </a:ext>
              </a:extLst>
            </p:cNvPr>
            <p:cNvSpPr txBox="1"/>
            <p:nvPr/>
          </p:nvSpPr>
          <p:spPr>
            <a:xfrm rot="926691">
              <a:off x="3673588" y="10017555"/>
              <a:ext cx="209375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800" dirty="0">
                  <a:solidFill>
                    <a:srgbClr val="0070C0"/>
                  </a:solidFill>
                  <a:latin typeface="Comic Sans MS" panose="030F0902030302020204" pitchFamily="66" charset="0"/>
                </a:rPr>
                <a:t>Energie </a:t>
              </a:r>
            </a:p>
          </p:txBody>
        </p:sp>
        <p:sp>
          <p:nvSpPr>
            <p:cNvPr id="75" name="ZoneTexte 74">
              <a:extLst>
                <a:ext uri="{FF2B5EF4-FFF2-40B4-BE49-F238E27FC236}">
                  <a16:creationId xmlns:a16="http://schemas.microsoft.com/office/drawing/2014/main" id="{728C3E84-7964-CF1D-0AFC-AA22B633119D}"/>
                </a:ext>
              </a:extLst>
            </p:cNvPr>
            <p:cNvSpPr txBox="1"/>
            <p:nvPr/>
          </p:nvSpPr>
          <p:spPr>
            <a:xfrm rot="20500370">
              <a:off x="5535148" y="9771621"/>
              <a:ext cx="209375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800" dirty="0">
                  <a:solidFill>
                    <a:srgbClr val="0070C0"/>
                  </a:solidFill>
                  <a:latin typeface="Comic Sans MS" panose="030F0902030302020204" pitchFamily="66" charset="0"/>
                </a:rPr>
                <a:t>Particules </a:t>
              </a:r>
            </a:p>
          </p:txBody>
        </p:sp>
      </p:grpSp>
      <p:sp>
        <p:nvSpPr>
          <p:cNvPr id="5" name="Ellipse 4">
            <a:extLst>
              <a:ext uri="{FF2B5EF4-FFF2-40B4-BE49-F238E27FC236}">
                <a16:creationId xmlns:a16="http://schemas.microsoft.com/office/drawing/2014/main" id="{9DA88A8E-6BE3-332B-FD28-EB9C916887AE}"/>
              </a:ext>
            </a:extLst>
          </p:cNvPr>
          <p:cNvSpPr>
            <a:spLocks noChangeAspect="1"/>
          </p:cNvSpPr>
          <p:nvPr/>
        </p:nvSpPr>
        <p:spPr>
          <a:xfrm>
            <a:off x="445362" y="2466748"/>
            <a:ext cx="704336" cy="704336"/>
          </a:xfrm>
          <a:prstGeom prst="ellipse">
            <a:avLst/>
          </a:prstGeom>
          <a:solidFill>
            <a:srgbClr val="FF26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FD9C7283-7EBD-09AD-64A8-B1A153ED1034}"/>
              </a:ext>
            </a:extLst>
          </p:cNvPr>
          <p:cNvSpPr>
            <a:spLocks noChangeAspect="1"/>
          </p:cNvSpPr>
          <p:nvPr/>
        </p:nvSpPr>
        <p:spPr>
          <a:xfrm>
            <a:off x="11115695" y="3197977"/>
            <a:ext cx="704336" cy="704336"/>
          </a:xfrm>
          <a:prstGeom prst="ellipse">
            <a:avLst/>
          </a:prstGeom>
          <a:solidFill>
            <a:srgbClr val="FF26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873618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716 -0.01111 L 1.11524 0.46458 " pathEditMode="relative" rAng="0" ptsTypes="AA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6120" y="23773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2.59259E-6 L -1.16941 -0.2581 " pathEditMode="relative" rAng="0" ptsTypes="AA">
                                      <p:cBhvr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8477" y="-1291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1.11849 -0.322 " pathEditMode="relative" ptsTypes="AA">
                                      <p:cBhvr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-1.85185E-6 L -1.11003 0.64097 " pathEditMode="relative" rAng="0" ptsTypes="AA">
                                      <p:cBhvr>
                                        <p:cTn id="2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5508" y="3203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1.11111E-6 L -0.62331 0.18773 " pathEditMode="relative" rAng="0" ptsTypes="AA">
                                      <p:cBhvr>
                                        <p:cTn id="2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1172" y="9375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2.22222E-6 L 0.54115 -0.15926 " pathEditMode="relative" rAng="0" ptsTypes="AA">
                                      <p:cBhvr>
                                        <p:cTn id="3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057" y="-796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1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3" grpId="1" animBg="1"/>
      <p:bldP spid="38" grpId="0" animBg="1"/>
      <p:bldP spid="39" grpId="0" animBg="1"/>
      <p:bldP spid="39" grpId="1" animBg="1"/>
      <p:bldP spid="40" grpId="0" animBg="1"/>
      <p:bldP spid="5" grpId="0" animBg="1"/>
      <p:bldP spid="5" grpId="1" animBg="1"/>
      <p:bldP spid="12" grpId="0" animBg="1"/>
      <p:bldP spid="12" grpId="1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F2271A-B501-ABB2-36F4-EFCFCE38C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e 5">
            <a:extLst>
              <a:ext uri="{FF2B5EF4-FFF2-40B4-BE49-F238E27FC236}">
                <a16:creationId xmlns:a16="http://schemas.microsoft.com/office/drawing/2014/main" id="{E0E8F0A4-E095-4C62-E035-606F70A0051F}"/>
              </a:ext>
            </a:extLst>
          </p:cNvPr>
          <p:cNvGrpSpPr/>
          <p:nvPr/>
        </p:nvGrpSpPr>
        <p:grpSpPr>
          <a:xfrm>
            <a:off x="217714" y="-79512"/>
            <a:ext cx="4949372" cy="2767991"/>
            <a:chOff x="304194" y="-510513"/>
            <a:chExt cx="11583610" cy="7002445"/>
          </a:xfrm>
        </p:grpSpPr>
        <p:grpSp>
          <p:nvGrpSpPr>
            <p:cNvPr id="7" name="Groupe 6">
              <a:extLst>
                <a:ext uri="{FF2B5EF4-FFF2-40B4-BE49-F238E27FC236}">
                  <a16:creationId xmlns:a16="http://schemas.microsoft.com/office/drawing/2014/main" id="{793608B7-76A9-9ECA-3D56-12443765BD31}"/>
                </a:ext>
              </a:extLst>
            </p:cNvPr>
            <p:cNvGrpSpPr/>
            <p:nvPr/>
          </p:nvGrpSpPr>
          <p:grpSpPr>
            <a:xfrm>
              <a:off x="304196" y="-510513"/>
              <a:ext cx="11583608" cy="7002445"/>
              <a:chOff x="304196" y="-622911"/>
              <a:chExt cx="11583608" cy="7002445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AB24AC85-077A-C1B8-953E-676ED6D6414D}"/>
                  </a:ext>
                </a:extLst>
              </p:cNvPr>
              <p:cNvSpPr/>
              <p:nvPr/>
            </p:nvSpPr>
            <p:spPr>
              <a:xfrm rot="16200000">
                <a:off x="1710337" y="-268003"/>
                <a:ext cx="899124" cy="189307"/>
              </a:xfrm>
              <a:prstGeom prst="rect">
                <a:avLst/>
              </a:prstGeom>
              <a:blipFill>
                <a:blip r:embed="rId4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3CA1A9CA-85EC-F00B-F25D-1A9151DAC303}"/>
                  </a:ext>
                </a:extLst>
              </p:cNvPr>
              <p:cNvSpPr/>
              <p:nvPr/>
            </p:nvSpPr>
            <p:spPr>
              <a:xfrm rot="16200000">
                <a:off x="9582537" y="-268003"/>
                <a:ext cx="899124" cy="189307"/>
              </a:xfrm>
              <a:prstGeom prst="rect">
                <a:avLst/>
              </a:prstGeom>
              <a:blipFill>
                <a:blip r:embed="rId4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1" name="Rectangle : coins arrondis 10">
                <a:extLst>
                  <a:ext uri="{FF2B5EF4-FFF2-40B4-BE49-F238E27FC236}">
                    <a16:creationId xmlns:a16="http://schemas.microsoft.com/office/drawing/2014/main" id="{1A33BFAC-BAD0-9D47-526D-6AD75F0E92E7}"/>
                  </a:ext>
                </a:extLst>
              </p:cNvPr>
              <p:cNvSpPr/>
              <p:nvPr/>
            </p:nvSpPr>
            <p:spPr>
              <a:xfrm>
                <a:off x="304196" y="276214"/>
                <a:ext cx="11583608" cy="6103320"/>
              </a:xfrm>
              <a:prstGeom prst="round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</p:grpSp>
        <p:sp>
          <p:nvSpPr>
            <p:cNvPr id="8" name="ZoneTexte 7">
              <a:extLst>
                <a:ext uri="{FF2B5EF4-FFF2-40B4-BE49-F238E27FC236}">
                  <a16:creationId xmlns:a16="http://schemas.microsoft.com/office/drawing/2014/main" id="{D1132D06-AB36-3452-5033-7CEA07D219EA}"/>
                </a:ext>
              </a:extLst>
            </p:cNvPr>
            <p:cNvSpPr txBox="1"/>
            <p:nvPr/>
          </p:nvSpPr>
          <p:spPr>
            <a:xfrm>
              <a:off x="304194" y="2155559"/>
              <a:ext cx="11583608" cy="25694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6000" dirty="0">
                  <a:latin typeface="Comic Sans MS" panose="030F0902030302020204" pitchFamily="66" charset="0"/>
                </a:rPr>
                <a:t>Naine Rouge</a:t>
              </a:r>
            </a:p>
          </p:txBody>
        </p:sp>
      </p:grp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DE9846D2-0B60-2043-4F7E-2B80F2CCA073}"/>
              </a:ext>
            </a:extLst>
          </p:cNvPr>
          <p:cNvGrpSpPr/>
          <p:nvPr/>
        </p:nvGrpSpPr>
        <p:grpSpPr>
          <a:xfrm>
            <a:off x="-17437" y="2897768"/>
            <a:ext cx="6248431" cy="3137271"/>
            <a:chOff x="-17437" y="2897768"/>
            <a:chExt cx="6248431" cy="3137271"/>
          </a:xfrm>
        </p:grpSpPr>
        <p:sp>
          <p:nvSpPr>
            <p:cNvPr id="5" name="Rectangle : coins arrondis 4">
              <a:extLst>
                <a:ext uri="{FF2B5EF4-FFF2-40B4-BE49-F238E27FC236}">
                  <a16:creationId xmlns:a16="http://schemas.microsoft.com/office/drawing/2014/main" id="{B47EFCE8-54BD-1A67-DEFA-C4A73EB96388}"/>
                </a:ext>
              </a:extLst>
            </p:cNvPr>
            <p:cNvSpPr/>
            <p:nvPr/>
          </p:nvSpPr>
          <p:spPr>
            <a:xfrm>
              <a:off x="0" y="2897768"/>
              <a:ext cx="6230994" cy="3137271"/>
            </a:xfrm>
            <a:prstGeom prst="roundRect">
              <a:avLst/>
            </a:prstGeom>
            <a:solidFill>
              <a:srgbClr val="FCDAA5">
                <a:alpha val="41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" name="ZoneTexte 3">
              <a:extLst>
                <a:ext uri="{FF2B5EF4-FFF2-40B4-BE49-F238E27FC236}">
                  <a16:creationId xmlns:a16="http://schemas.microsoft.com/office/drawing/2014/main" id="{E0B9C230-407E-CB4C-F981-0B053DE5B16E}"/>
                </a:ext>
              </a:extLst>
            </p:cNvPr>
            <p:cNvSpPr txBox="1"/>
            <p:nvPr/>
          </p:nvSpPr>
          <p:spPr>
            <a:xfrm>
              <a:off x="-17437" y="3021320"/>
              <a:ext cx="6248431" cy="28623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571500" indent="-571500">
                <a:buFontTx/>
                <a:buChar char="-"/>
              </a:pPr>
              <a:r>
                <a:rPr lang="fr-FR" sz="3600" dirty="0">
                  <a:latin typeface="Comic Sans MS" panose="030F0902030302020204" pitchFamily="66" charset="0"/>
                </a:rPr>
                <a:t>La plus petite des étoiles</a:t>
              </a:r>
            </a:p>
            <a:p>
              <a:pPr marL="571500" indent="-571500">
                <a:buFontTx/>
                <a:buChar char="-"/>
              </a:pPr>
              <a:r>
                <a:rPr lang="fr-FR" sz="3600" dirty="0">
                  <a:latin typeface="Comic Sans MS" panose="030F0902030302020204" pitchFamily="66" charset="0"/>
                </a:rPr>
                <a:t>La plus légère </a:t>
              </a:r>
            </a:p>
            <a:p>
              <a:pPr marL="571500" indent="-571500">
                <a:buFontTx/>
                <a:buChar char="-"/>
              </a:pPr>
              <a:r>
                <a:rPr lang="fr-FR" sz="3600" dirty="0">
                  <a:latin typeface="Comic Sans MS" panose="030F0902030302020204" pitchFamily="66" charset="0"/>
                </a:rPr>
                <a:t>Peu lumineuse</a:t>
              </a:r>
            </a:p>
            <a:p>
              <a:pPr marL="571500" indent="-571500">
                <a:buFontTx/>
                <a:buChar char="-"/>
              </a:pPr>
              <a:r>
                <a:rPr lang="fr-FR" sz="3600" dirty="0">
                  <a:latin typeface="Comic Sans MS" panose="030F0902030302020204" pitchFamily="66" charset="0"/>
                </a:rPr>
                <a:t>Temps de vie très long</a:t>
              </a:r>
            </a:p>
            <a:p>
              <a:pPr marL="571500" indent="-571500">
                <a:buFontTx/>
                <a:buChar char="-"/>
              </a:pPr>
              <a:r>
                <a:rPr lang="fr-FR" sz="3600" dirty="0">
                  <a:latin typeface="Comic Sans MS" panose="030F0902030302020204" pitchFamily="66" charset="0"/>
                </a:rPr>
                <a:t>Les plus nombreuses </a:t>
              </a:r>
            </a:p>
          </p:txBody>
        </p:sp>
      </p:grpSp>
      <p:pic>
        <p:nvPicPr>
          <p:cNvPr id="3" name="Image 2">
            <a:extLst>
              <a:ext uri="{FF2B5EF4-FFF2-40B4-BE49-F238E27FC236}">
                <a16:creationId xmlns:a16="http://schemas.microsoft.com/office/drawing/2014/main" id="{DA8F1C08-B969-1DC0-2D7A-E7B2CFC3AEB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997" r="997"/>
          <a:stretch/>
        </p:blipFill>
        <p:spPr>
          <a:xfrm>
            <a:off x="6294139" y="1482189"/>
            <a:ext cx="5638769" cy="3835624"/>
          </a:xfrm>
          <a:prstGeom prst="rect">
            <a:avLst/>
          </a:prstGeom>
          <a:effectLst>
            <a:softEdge rad="120315"/>
          </a:effectLst>
        </p:spPr>
      </p:pic>
    </p:spTree>
    <p:extLst>
      <p:ext uri="{BB962C8B-B14F-4D97-AF65-F5344CB8AC3E}">
        <p14:creationId xmlns:p14="http://schemas.microsoft.com/office/powerpoint/2010/main" val="140468520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8FFE63-C7D2-4A33-F799-07FE4B008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e 15">
            <a:extLst>
              <a:ext uri="{FF2B5EF4-FFF2-40B4-BE49-F238E27FC236}">
                <a16:creationId xmlns:a16="http://schemas.microsoft.com/office/drawing/2014/main" id="{254AB1B6-18C5-A784-C2EC-14EA6C73B3BA}"/>
              </a:ext>
            </a:extLst>
          </p:cNvPr>
          <p:cNvGrpSpPr/>
          <p:nvPr/>
        </p:nvGrpSpPr>
        <p:grpSpPr>
          <a:xfrm>
            <a:off x="217714" y="-122770"/>
            <a:ext cx="4949372" cy="2767991"/>
            <a:chOff x="304194" y="-510513"/>
            <a:chExt cx="11583610" cy="7002445"/>
          </a:xfrm>
        </p:grpSpPr>
        <p:grpSp>
          <p:nvGrpSpPr>
            <p:cNvPr id="17" name="Groupe 16">
              <a:extLst>
                <a:ext uri="{FF2B5EF4-FFF2-40B4-BE49-F238E27FC236}">
                  <a16:creationId xmlns:a16="http://schemas.microsoft.com/office/drawing/2014/main" id="{C19A1123-B4F1-024F-C200-ACB91CA5020C}"/>
                </a:ext>
              </a:extLst>
            </p:cNvPr>
            <p:cNvGrpSpPr/>
            <p:nvPr/>
          </p:nvGrpSpPr>
          <p:grpSpPr>
            <a:xfrm>
              <a:off x="304196" y="-510513"/>
              <a:ext cx="11583608" cy="7002445"/>
              <a:chOff x="304196" y="-622911"/>
              <a:chExt cx="11583608" cy="7002445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298707A4-EE23-DBA7-3CDF-1C8ED37B9ACF}"/>
                  </a:ext>
                </a:extLst>
              </p:cNvPr>
              <p:cNvSpPr/>
              <p:nvPr/>
            </p:nvSpPr>
            <p:spPr>
              <a:xfrm rot="16200000">
                <a:off x="1710337" y="-268003"/>
                <a:ext cx="899124" cy="189307"/>
              </a:xfrm>
              <a:prstGeom prst="rect">
                <a:avLst/>
              </a:prstGeom>
              <a:blipFill>
                <a:blip r:embed="rId3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CD5FE80A-43D1-AE79-84DE-8A6C99B84FC2}"/>
                  </a:ext>
                </a:extLst>
              </p:cNvPr>
              <p:cNvSpPr/>
              <p:nvPr/>
            </p:nvSpPr>
            <p:spPr>
              <a:xfrm rot="16200000">
                <a:off x="9582537" y="-268003"/>
                <a:ext cx="899124" cy="189307"/>
              </a:xfrm>
              <a:prstGeom prst="rect">
                <a:avLst/>
              </a:prstGeom>
              <a:blipFill>
                <a:blip r:embed="rId3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1" name="Rectangle : coins arrondis 20">
                <a:extLst>
                  <a:ext uri="{FF2B5EF4-FFF2-40B4-BE49-F238E27FC236}">
                    <a16:creationId xmlns:a16="http://schemas.microsoft.com/office/drawing/2014/main" id="{27742F34-9B58-47CC-5FB3-29454BB29C97}"/>
                  </a:ext>
                </a:extLst>
              </p:cNvPr>
              <p:cNvSpPr/>
              <p:nvPr/>
            </p:nvSpPr>
            <p:spPr>
              <a:xfrm>
                <a:off x="304196" y="276214"/>
                <a:ext cx="11583608" cy="6103320"/>
              </a:xfrm>
              <a:prstGeom prst="round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</p:grpSp>
        <p:sp>
          <p:nvSpPr>
            <p:cNvPr id="18" name="ZoneTexte 17">
              <a:extLst>
                <a:ext uri="{FF2B5EF4-FFF2-40B4-BE49-F238E27FC236}">
                  <a16:creationId xmlns:a16="http://schemas.microsoft.com/office/drawing/2014/main" id="{2F551471-2D62-9CBF-AF08-261A8195BC2E}"/>
                </a:ext>
              </a:extLst>
            </p:cNvPr>
            <p:cNvSpPr txBox="1"/>
            <p:nvPr/>
          </p:nvSpPr>
          <p:spPr>
            <a:xfrm>
              <a:off x="304194" y="991051"/>
              <a:ext cx="11583608" cy="49052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6000" dirty="0">
                  <a:latin typeface="Comic Sans MS" panose="030F0902030302020204" pitchFamily="66" charset="0"/>
                </a:rPr>
                <a:t>Naine Blanche </a:t>
              </a: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62B7090D-1EF9-B8B4-3008-5088BD4520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/>
        </p:blipFill>
        <p:spPr bwMode="auto">
          <a:xfrm>
            <a:off x="5024084" y="1191017"/>
            <a:ext cx="7167916" cy="4475965"/>
          </a:xfrm>
          <a:prstGeom prst="rect">
            <a:avLst/>
          </a:prstGeom>
          <a:noFill/>
          <a:effectLst>
            <a:softEdge rad="160421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Groupe 11">
            <a:extLst>
              <a:ext uri="{FF2B5EF4-FFF2-40B4-BE49-F238E27FC236}">
                <a16:creationId xmlns:a16="http://schemas.microsoft.com/office/drawing/2014/main" id="{67A4F8CB-5796-202B-15E4-FC0234F89E01}"/>
              </a:ext>
            </a:extLst>
          </p:cNvPr>
          <p:cNvGrpSpPr/>
          <p:nvPr/>
        </p:nvGrpSpPr>
        <p:grpSpPr>
          <a:xfrm>
            <a:off x="146235" y="2883359"/>
            <a:ext cx="5020850" cy="2324433"/>
            <a:chOff x="146235" y="2883359"/>
            <a:chExt cx="5020850" cy="2324433"/>
          </a:xfrm>
        </p:grpSpPr>
        <p:sp>
          <p:nvSpPr>
            <p:cNvPr id="5" name="Rectangle : coins arrondis 4">
              <a:extLst>
                <a:ext uri="{FF2B5EF4-FFF2-40B4-BE49-F238E27FC236}">
                  <a16:creationId xmlns:a16="http://schemas.microsoft.com/office/drawing/2014/main" id="{A9E4D247-85FD-B7EB-D752-C5AC94C0BFBC}"/>
                </a:ext>
              </a:extLst>
            </p:cNvPr>
            <p:cNvSpPr/>
            <p:nvPr/>
          </p:nvSpPr>
          <p:spPr>
            <a:xfrm>
              <a:off x="146235" y="2883359"/>
              <a:ext cx="4412702" cy="1938992"/>
            </a:xfrm>
            <a:prstGeom prst="roundRect">
              <a:avLst/>
            </a:prstGeom>
            <a:solidFill>
              <a:srgbClr val="FCDAA5">
                <a:alpha val="41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" name="ZoneTexte 3">
              <a:extLst>
                <a:ext uri="{FF2B5EF4-FFF2-40B4-BE49-F238E27FC236}">
                  <a16:creationId xmlns:a16="http://schemas.microsoft.com/office/drawing/2014/main" id="{F9E0643D-DE2A-21AE-E634-D1E517CF4517}"/>
                </a:ext>
              </a:extLst>
            </p:cNvPr>
            <p:cNvSpPr txBox="1"/>
            <p:nvPr/>
          </p:nvSpPr>
          <p:spPr>
            <a:xfrm>
              <a:off x="423904" y="2899468"/>
              <a:ext cx="4743181" cy="2308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3600" dirty="0">
                  <a:latin typeface="Comic Sans MS" panose="030F0902030302020204" pitchFamily="66" charset="0"/>
                </a:rPr>
                <a:t>Plus petite qu’une naine rouge</a:t>
              </a:r>
            </a:p>
            <a:p>
              <a:r>
                <a:rPr lang="fr-FR" sz="3600" dirty="0">
                  <a:latin typeface="Comic Sans MS" panose="030F0902030302020204" pitchFamily="66" charset="0"/>
                </a:rPr>
                <a:t>Mais très dense </a:t>
              </a:r>
            </a:p>
            <a:p>
              <a:pPr marL="571500" indent="-571500">
                <a:buFontTx/>
                <a:buChar char="-"/>
              </a:pPr>
              <a:endParaRPr lang="fr-FR" sz="3600" dirty="0">
                <a:latin typeface="Comic Sans MS" panose="030F0902030302020204" pitchFamily="66" charset="0"/>
              </a:endParaRPr>
            </a:p>
          </p:txBody>
        </p:sp>
      </p:grpSp>
      <p:sp>
        <p:nvSpPr>
          <p:cNvPr id="13" name="ZoneTexte 12">
            <a:extLst>
              <a:ext uri="{FF2B5EF4-FFF2-40B4-BE49-F238E27FC236}">
                <a16:creationId xmlns:a16="http://schemas.microsoft.com/office/drawing/2014/main" id="{C6C83576-7917-DA17-C8F9-5DE7C20C0FEB}"/>
              </a:ext>
            </a:extLst>
          </p:cNvPr>
          <p:cNvSpPr txBox="1"/>
          <p:nvPr/>
        </p:nvSpPr>
        <p:spPr>
          <a:xfrm>
            <a:off x="10911837" y="5497706"/>
            <a:ext cx="12888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Vue d’artiste </a:t>
            </a:r>
          </a:p>
        </p:txBody>
      </p:sp>
    </p:spTree>
    <p:extLst>
      <p:ext uri="{BB962C8B-B14F-4D97-AF65-F5344CB8AC3E}">
        <p14:creationId xmlns:p14="http://schemas.microsoft.com/office/powerpoint/2010/main" val="240058743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223FE5-7160-621C-C087-71A88BF7B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e 5">
            <a:extLst>
              <a:ext uri="{FF2B5EF4-FFF2-40B4-BE49-F238E27FC236}">
                <a16:creationId xmlns:a16="http://schemas.microsoft.com/office/drawing/2014/main" id="{02A791DD-D979-A56D-C25B-8BD99F44BE45}"/>
              </a:ext>
            </a:extLst>
          </p:cNvPr>
          <p:cNvGrpSpPr/>
          <p:nvPr/>
        </p:nvGrpSpPr>
        <p:grpSpPr>
          <a:xfrm>
            <a:off x="304196" y="-1531438"/>
            <a:ext cx="11583608" cy="8023370"/>
            <a:chOff x="304196" y="-1531438"/>
            <a:chExt cx="11583608" cy="8023370"/>
          </a:xfrm>
        </p:grpSpPr>
        <p:grpSp>
          <p:nvGrpSpPr>
            <p:cNvPr id="7" name="Groupe 6">
              <a:extLst>
                <a:ext uri="{FF2B5EF4-FFF2-40B4-BE49-F238E27FC236}">
                  <a16:creationId xmlns:a16="http://schemas.microsoft.com/office/drawing/2014/main" id="{657B2145-7BBD-C1F0-13A2-64D7B77948FD}"/>
                </a:ext>
              </a:extLst>
            </p:cNvPr>
            <p:cNvGrpSpPr/>
            <p:nvPr/>
          </p:nvGrpSpPr>
          <p:grpSpPr>
            <a:xfrm>
              <a:off x="304196" y="-1531438"/>
              <a:ext cx="11583608" cy="8023370"/>
              <a:chOff x="304196" y="-1643836"/>
              <a:chExt cx="11583608" cy="8023370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55E1D01E-EF4C-46A9-6051-487108034756}"/>
                  </a:ext>
                </a:extLst>
              </p:cNvPr>
              <p:cNvSpPr/>
              <p:nvPr/>
            </p:nvSpPr>
            <p:spPr>
              <a:xfrm rot="16200000">
                <a:off x="1199876" y="-778466"/>
                <a:ext cx="1920048" cy="189307"/>
              </a:xfrm>
              <a:prstGeom prst="rect">
                <a:avLst/>
              </a:prstGeom>
              <a:blipFill>
                <a:blip r:embed="rId4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a:blip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FCAE0E5B-657F-1AA5-EB5A-18DB24B585BD}"/>
                  </a:ext>
                </a:extLst>
              </p:cNvPr>
              <p:cNvSpPr/>
              <p:nvPr/>
            </p:nvSpPr>
            <p:spPr>
              <a:xfrm rot="16200000">
                <a:off x="9072074" y="-778465"/>
                <a:ext cx="1920048" cy="189307"/>
              </a:xfrm>
              <a:prstGeom prst="rect">
                <a:avLst/>
              </a:prstGeom>
              <a:blipFill>
                <a:blip r:embed="rId4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a:blip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1" name="Rectangle : coins arrondis 10">
                <a:extLst>
                  <a:ext uri="{FF2B5EF4-FFF2-40B4-BE49-F238E27FC236}">
                    <a16:creationId xmlns:a16="http://schemas.microsoft.com/office/drawing/2014/main" id="{7615E8B5-2EA9-A02D-DB10-B37C68FBAFAE}"/>
                  </a:ext>
                </a:extLst>
              </p:cNvPr>
              <p:cNvSpPr/>
              <p:nvPr/>
            </p:nvSpPr>
            <p:spPr>
              <a:xfrm>
                <a:off x="304196" y="276214"/>
                <a:ext cx="11583608" cy="6103320"/>
              </a:xfrm>
              <a:prstGeom prst="round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</p:grpSp>
        <p:sp>
          <p:nvSpPr>
            <p:cNvPr id="8" name="ZoneTexte 7">
              <a:extLst>
                <a:ext uri="{FF2B5EF4-FFF2-40B4-BE49-F238E27FC236}">
                  <a16:creationId xmlns:a16="http://schemas.microsoft.com/office/drawing/2014/main" id="{9EC41B0C-1945-9F71-C039-8CDA188050D3}"/>
                </a:ext>
              </a:extLst>
            </p:cNvPr>
            <p:cNvSpPr txBox="1"/>
            <p:nvPr/>
          </p:nvSpPr>
          <p:spPr>
            <a:xfrm>
              <a:off x="505336" y="828092"/>
              <a:ext cx="3498435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5400" dirty="0">
                  <a:latin typeface="Comic Sans MS" panose="030F0902030302020204" pitchFamily="66" charset="0"/>
                </a:rPr>
                <a:t>Equilibre de Forces</a:t>
              </a:r>
            </a:p>
          </p:txBody>
        </p:sp>
      </p:grpSp>
      <p:sp>
        <p:nvSpPr>
          <p:cNvPr id="2" name="Ellipse 1">
            <a:extLst>
              <a:ext uri="{FF2B5EF4-FFF2-40B4-BE49-F238E27FC236}">
                <a16:creationId xmlns:a16="http://schemas.microsoft.com/office/drawing/2014/main" id="{941A2829-FE24-684E-D6AB-17CD692208B1}"/>
              </a:ext>
            </a:extLst>
          </p:cNvPr>
          <p:cNvSpPr>
            <a:spLocks noChangeAspect="1"/>
          </p:cNvSpPr>
          <p:nvPr/>
        </p:nvSpPr>
        <p:spPr>
          <a:xfrm>
            <a:off x="5916382" y="1745360"/>
            <a:ext cx="3657603" cy="3657603"/>
          </a:xfrm>
          <a:prstGeom prst="ellipse">
            <a:avLst/>
          </a:prstGeom>
          <a:solidFill>
            <a:srgbClr val="FDD100"/>
          </a:solidFill>
          <a:ln w="1174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5" name="Connecteur droit avec flèche 4">
            <a:extLst>
              <a:ext uri="{FF2B5EF4-FFF2-40B4-BE49-F238E27FC236}">
                <a16:creationId xmlns:a16="http://schemas.microsoft.com/office/drawing/2014/main" id="{2C57D816-680F-735C-8AAD-A9BA77B38BDA}"/>
              </a:ext>
            </a:extLst>
          </p:cNvPr>
          <p:cNvCxnSpPr>
            <a:cxnSpLocks/>
          </p:cNvCxnSpPr>
          <p:nvPr/>
        </p:nvCxnSpPr>
        <p:spPr>
          <a:xfrm>
            <a:off x="4563776" y="3574161"/>
            <a:ext cx="1046921" cy="0"/>
          </a:xfrm>
          <a:prstGeom prst="straightConnector1">
            <a:avLst/>
          </a:prstGeom>
          <a:ln w="130175" cap="rnd">
            <a:solidFill>
              <a:schemeClr val="tx1">
                <a:lumMod val="50000"/>
                <a:lumOff val="50000"/>
              </a:schemeClr>
            </a:solidFill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A79E4D9B-BA73-EC5C-1959-91E4DE201826}"/>
              </a:ext>
            </a:extLst>
          </p:cNvPr>
          <p:cNvCxnSpPr>
            <a:cxnSpLocks/>
          </p:cNvCxnSpPr>
          <p:nvPr/>
        </p:nvCxnSpPr>
        <p:spPr>
          <a:xfrm>
            <a:off x="9872982" y="3577701"/>
            <a:ext cx="1046921" cy="0"/>
          </a:xfrm>
          <a:prstGeom prst="straightConnector1">
            <a:avLst/>
          </a:prstGeom>
          <a:ln w="130175" cap="rnd">
            <a:solidFill>
              <a:schemeClr val="tx1">
                <a:lumMod val="50000"/>
                <a:lumOff val="50000"/>
              </a:schemeClr>
            </a:solidFill>
            <a:headEnd type="arrow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avec flèche 16">
            <a:extLst>
              <a:ext uri="{FF2B5EF4-FFF2-40B4-BE49-F238E27FC236}">
                <a16:creationId xmlns:a16="http://schemas.microsoft.com/office/drawing/2014/main" id="{E6917E49-F125-8D08-D002-36FECFB03604}"/>
              </a:ext>
            </a:extLst>
          </p:cNvPr>
          <p:cNvCxnSpPr>
            <a:cxnSpLocks/>
          </p:cNvCxnSpPr>
          <p:nvPr/>
        </p:nvCxnSpPr>
        <p:spPr>
          <a:xfrm rot="2700000">
            <a:off x="9080411" y="5422215"/>
            <a:ext cx="1046921" cy="0"/>
          </a:xfrm>
          <a:prstGeom prst="straightConnector1">
            <a:avLst/>
          </a:prstGeom>
          <a:ln w="130175" cap="rnd">
            <a:solidFill>
              <a:schemeClr val="tx1">
                <a:lumMod val="50000"/>
                <a:lumOff val="50000"/>
              </a:schemeClr>
            </a:solidFill>
            <a:headEnd type="arrow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8FBA8198-DCC9-8EF2-E19E-18D5522008AA}"/>
              </a:ext>
            </a:extLst>
          </p:cNvPr>
          <p:cNvCxnSpPr>
            <a:cxnSpLocks/>
          </p:cNvCxnSpPr>
          <p:nvPr/>
        </p:nvCxnSpPr>
        <p:spPr>
          <a:xfrm rot="-2700000">
            <a:off x="9091611" y="1729706"/>
            <a:ext cx="1046921" cy="0"/>
          </a:xfrm>
          <a:prstGeom prst="straightConnector1">
            <a:avLst/>
          </a:prstGeom>
          <a:ln w="130175" cap="rnd">
            <a:solidFill>
              <a:schemeClr val="tx1">
                <a:lumMod val="50000"/>
                <a:lumOff val="50000"/>
              </a:schemeClr>
            </a:solidFill>
            <a:headEnd type="arrow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avec flèche 18">
            <a:extLst>
              <a:ext uri="{FF2B5EF4-FFF2-40B4-BE49-F238E27FC236}">
                <a16:creationId xmlns:a16="http://schemas.microsoft.com/office/drawing/2014/main" id="{2654BF53-1946-B639-DD9A-F7A5301486ED}"/>
              </a:ext>
            </a:extLst>
          </p:cNvPr>
          <p:cNvCxnSpPr>
            <a:cxnSpLocks/>
          </p:cNvCxnSpPr>
          <p:nvPr/>
        </p:nvCxnSpPr>
        <p:spPr>
          <a:xfrm rot="2700000">
            <a:off x="5351840" y="1729706"/>
            <a:ext cx="1046921" cy="0"/>
          </a:xfrm>
          <a:prstGeom prst="straightConnector1">
            <a:avLst/>
          </a:prstGeom>
          <a:ln w="130175" cap="rnd">
            <a:solidFill>
              <a:schemeClr val="tx1">
                <a:lumMod val="50000"/>
                <a:lumOff val="50000"/>
              </a:schemeClr>
            </a:solidFill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avec flèche 19">
            <a:extLst>
              <a:ext uri="{FF2B5EF4-FFF2-40B4-BE49-F238E27FC236}">
                <a16:creationId xmlns:a16="http://schemas.microsoft.com/office/drawing/2014/main" id="{521706E6-3944-6F2F-C968-B1955F4D599E}"/>
              </a:ext>
            </a:extLst>
          </p:cNvPr>
          <p:cNvCxnSpPr>
            <a:cxnSpLocks/>
          </p:cNvCxnSpPr>
          <p:nvPr/>
        </p:nvCxnSpPr>
        <p:spPr>
          <a:xfrm rot="-2700000">
            <a:off x="5355931" y="5422215"/>
            <a:ext cx="1046921" cy="0"/>
          </a:xfrm>
          <a:prstGeom prst="straightConnector1">
            <a:avLst/>
          </a:prstGeom>
          <a:ln w="130175" cap="rnd">
            <a:solidFill>
              <a:schemeClr val="tx1">
                <a:lumMod val="50000"/>
                <a:lumOff val="50000"/>
              </a:schemeClr>
            </a:solidFill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id="{29ED9924-7FD5-1C96-CCA4-86DA6C935D81}"/>
              </a:ext>
            </a:extLst>
          </p:cNvPr>
          <p:cNvCxnSpPr>
            <a:cxnSpLocks/>
          </p:cNvCxnSpPr>
          <p:nvPr/>
        </p:nvCxnSpPr>
        <p:spPr>
          <a:xfrm rot="5400000">
            <a:off x="7211089" y="913560"/>
            <a:ext cx="1046921" cy="0"/>
          </a:xfrm>
          <a:prstGeom prst="straightConnector1">
            <a:avLst/>
          </a:prstGeom>
          <a:ln w="130175" cap="rnd">
            <a:solidFill>
              <a:schemeClr val="tx1">
                <a:lumMod val="50000"/>
                <a:lumOff val="50000"/>
              </a:schemeClr>
            </a:solidFill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avec flèche 21">
            <a:extLst>
              <a:ext uri="{FF2B5EF4-FFF2-40B4-BE49-F238E27FC236}">
                <a16:creationId xmlns:a16="http://schemas.microsoft.com/office/drawing/2014/main" id="{97D38BA2-A852-E6E4-8C3E-43DB37128F85}"/>
              </a:ext>
            </a:extLst>
          </p:cNvPr>
          <p:cNvCxnSpPr>
            <a:cxnSpLocks/>
          </p:cNvCxnSpPr>
          <p:nvPr/>
        </p:nvCxnSpPr>
        <p:spPr>
          <a:xfrm rot="5400000">
            <a:off x="7214633" y="6201500"/>
            <a:ext cx="1046921" cy="0"/>
          </a:xfrm>
          <a:prstGeom prst="straightConnector1">
            <a:avLst/>
          </a:prstGeom>
          <a:ln w="130175" cap="rnd">
            <a:solidFill>
              <a:schemeClr val="tx1">
                <a:lumMod val="50000"/>
                <a:lumOff val="50000"/>
              </a:schemeClr>
            </a:solidFill>
            <a:headEnd type="arrow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ZoneTexte 11">
            <a:extLst>
              <a:ext uri="{FF2B5EF4-FFF2-40B4-BE49-F238E27FC236}">
                <a16:creationId xmlns:a16="http://schemas.microsoft.com/office/drawing/2014/main" id="{93F917A8-3C4F-565F-5633-9C27C1DE1DBD}"/>
              </a:ext>
            </a:extLst>
          </p:cNvPr>
          <p:cNvSpPr txBox="1"/>
          <p:nvPr/>
        </p:nvSpPr>
        <p:spPr>
          <a:xfrm rot="640439">
            <a:off x="9240599" y="703975"/>
            <a:ext cx="20148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>
                <a:solidFill>
                  <a:schemeClr val="tx1">
                    <a:lumMod val="50000"/>
                    <a:lumOff val="50000"/>
                  </a:schemeClr>
                </a:solidFill>
                <a:latin typeface="Comic Sans MS" panose="030F0902030302020204" pitchFamily="66" charset="0"/>
              </a:rPr>
              <a:t>Gravité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D9DDF921-270D-DD80-34F7-F58FC49B114F}"/>
              </a:ext>
            </a:extLst>
          </p:cNvPr>
          <p:cNvSpPr txBox="1"/>
          <p:nvPr/>
        </p:nvSpPr>
        <p:spPr>
          <a:xfrm rot="21271315">
            <a:off x="4741317" y="775425"/>
            <a:ext cx="20148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>
                <a:solidFill>
                  <a:schemeClr val="tx1">
                    <a:lumMod val="50000"/>
                    <a:lumOff val="50000"/>
                  </a:schemeClr>
                </a:solidFill>
                <a:latin typeface="Comic Sans MS" panose="030F0902030302020204" pitchFamily="66" charset="0"/>
              </a:rPr>
              <a:t>Gravité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DCA2D269-0A8C-4243-861B-C0E68F379139}"/>
              </a:ext>
            </a:extLst>
          </p:cNvPr>
          <p:cNvSpPr txBox="1"/>
          <p:nvPr/>
        </p:nvSpPr>
        <p:spPr>
          <a:xfrm rot="445059">
            <a:off x="5594343" y="5742219"/>
            <a:ext cx="20148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>
                <a:solidFill>
                  <a:schemeClr val="tx1">
                    <a:lumMod val="50000"/>
                    <a:lumOff val="50000"/>
                  </a:schemeClr>
                </a:solidFill>
                <a:latin typeface="Comic Sans MS" panose="030F0902030302020204" pitchFamily="66" charset="0"/>
              </a:rPr>
              <a:t>Gravité</a:t>
            </a:r>
          </a:p>
        </p:txBody>
      </p:sp>
    </p:spTree>
    <p:extLst>
      <p:ext uri="{BB962C8B-B14F-4D97-AF65-F5344CB8AC3E}">
        <p14:creationId xmlns:p14="http://schemas.microsoft.com/office/powerpoint/2010/main" val="2273833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2" grpId="0"/>
      <p:bldP spid="14" grpId="0"/>
      <p:bldP spid="1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21F954-DD56-4438-4988-080CB9DE4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e 22">
            <a:extLst>
              <a:ext uri="{FF2B5EF4-FFF2-40B4-BE49-F238E27FC236}">
                <a16:creationId xmlns:a16="http://schemas.microsoft.com/office/drawing/2014/main" id="{C6BDD631-A9D6-7253-89C0-DCDCE3BB1AED}"/>
              </a:ext>
            </a:extLst>
          </p:cNvPr>
          <p:cNvGrpSpPr/>
          <p:nvPr/>
        </p:nvGrpSpPr>
        <p:grpSpPr>
          <a:xfrm>
            <a:off x="304196" y="-1531438"/>
            <a:ext cx="11583608" cy="8023370"/>
            <a:chOff x="304196" y="-1531438"/>
            <a:chExt cx="11583608" cy="8023370"/>
          </a:xfrm>
        </p:grpSpPr>
        <p:grpSp>
          <p:nvGrpSpPr>
            <p:cNvPr id="24" name="Groupe 23">
              <a:extLst>
                <a:ext uri="{FF2B5EF4-FFF2-40B4-BE49-F238E27FC236}">
                  <a16:creationId xmlns:a16="http://schemas.microsoft.com/office/drawing/2014/main" id="{8BED8343-32D3-9D96-4329-E7D45C577D58}"/>
                </a:ext>
              </a:extLst>
            </p:cNvPr>
            <p:cNvGrpSpPr/>
            <p:nvPr/>
          </p:nvGrpSpPr>
          <p:grpSpPr>
            <a:xfrm>
              <a:off x="304196" y="-1531438"/>
              <a:ext cx="11583608" cy="8023370"/>
              <a:chOff x="304196" y="-1643836"/>
              <a:chExt cx="11583608" cy="8023370"/>
            </a:xfrm>
          </p:grpSpPr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4A297324-0918-8332-D5B3-887409C252A7}"/>
                  </a:ext>
                </a:extLst>
              </p:cNvPr>
              <p:cNvSpPr/>
              <p:nvPr/>
            </p:nvSpPr>
            <p:spPr>
              <a:xfrm rot="16200000">
                <a:off x="1199876" y="-778466"/>
                <a:ext cx="1920048" cy="189307"/>
              </a:xfrm>
              <a:prstGeom prst="rect">
                <a:avLst/>
              </a:prstGeom>
              <a:blipFill>
                <a:blip r:embed="rId3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a:blip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B281DA93-71E0-8F2B-8202-6418840B78A6}"/>
                  </a:ext>
                </a:extLst>
              </p:cNvPr>
              <p:cNvSpPr/>
              <p:nvPr/>
            </p:nvSpPr>
            <p:spPr>
              <a:xfrm rot="16200000">
                <a:off x="9072074" y="-778465"/>
                <a:ext cx="1920048" cy="189307"/>
              </a:xfrm>
              <a:prstGeom prst="rect">
                <a:avLst/>
              </a:prstGeom>
              <a:blipFill>
                <a:blip r:embed="rId3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a:blip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8" name="Rectangle : coins arrondis 27">
                <a:extLst>
                  <a:ext uri="{FF2B5EF4-FFF2-40B4-BE49-F238E27FC236}">
                    <a16:creationId xmlns:a16="http://schemas.microsoft.com/office/drawing/2014/main" id="{35DCF5CA-7FC0-F257-4525-18F590DB0324}"/>
                  </a:ext>
                </a:extLst>
              </p:cNvPr>
              <p:cNvSpPr/>
              <p:nvPr/>
            </p:nvSpPr>
            <p:spPr>
              <a:xfrm>
                <a:off x="304196" y="276214"/>
                <a:ext cx="11583608" cy="6103320"/>
              </a:xfrm>
              <a:prstGeom prst="round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</p:grpSp>
        <p:sp>
          <p:nvSpPr>
            <p:cNvPr id="25" name="ZoneTexte 24">
              <a:extLst>
                <a:ext uri="{FF2B5EF4-FFF2-40B4-BE49-F238E27FC236}">
                  <a16:creationId xmlns:a16="http://schemas.microsoft.com/office/drawing/2014/main" id="{A0D499DD-F6DF-0CEC-13A2-4D44B6F5F0B4}"/>
                </a:ext>
              </a:extLst>
            </p:cNvPr>
            <p:cNvSpPr txBox="1"/>
            <p:nvPr/>
          </p:nvSpPr>
          <p:spPr>
            <a:xfrm>
              <a:off x="505336" y="828092"/>
              <a:ext cx="3498435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5400" dirty="0">
                  <a:latin typeface="Comic Sans MS" panose="030F0902030302020204" pitchFamily="66" charset="0"/>
                </a:rPr>
                <a:t>Equilibre de Forces</a:t>
              </a:r>
            </a:p>
          </p:txBody>
        </p:sp>
      </p:grpSp>
      <p:cxnSp>
        <p:nvCxnSpPr>
          <p:cNvPr id="5" name="Connecteur droit avec flèche 4">
            <a:extLst>
              <a:ext uri="{FF2B5EF4-FFF2-40B4-BE49-F238E27FC236}">
                <a16:creationId xmlns:a16="http://schemas.microsoft.com/office/drawing/2014/main" id="{63F3E99B-2BC0-9685-52E6-A068AA23DBCA}"/>
              </a:ext>
            </a:extLst>
          </p:cNvPr>
          <p:cNvCxnSpPr>
            <a:cxnSpLocks/>
          </p:cNvCxnSpPr>
          <p:nvPr/>
        </p:nvCxnSpPr>
        <p:spPr>
          <a:xfrm>
            <a:off x="5334583" y="3574343"/>
            <a:ext cx="1046921" cy="0"/>
          </a:xfrm>
          <a:prstGeom prst="straightConnector1">
            <a:avLst/>
          </a:prstGeom>
          <a:ln w="130175" cap="rnd">
            <a:solidFill>
              <a:schemeClr val="tx1">
                <a:lumMod val="50000"/>
                <a:lumOff val="50000"/>
              </a:schemeClr>
            </a:solidFill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942D8063-EB90-5B6D-DEEA-60F71D3DA044}"/>
              </a:ext>
            </a:extLst>
          </p:cNvPr>
          <p:cNvCxnSpPr>
            <a:cxnSpLocks/>
          </p:cNvCxnSpPr>
          <p:nvPr/>
        </p:nvCxnSpPr>
        <p:spPr>
          <a:xfrm>
            <a:off x="9061749" y="3574342"/>
            <a:ext cx="1046921" cy="0"/>
          </a:xfrm>
          <a:prstGeom prst="straightConnector1">
            <a:avLst/>
          </a:prstGeom>
          <a:ln w="130175" cap="rnd">
            <a:solidFill>
              <a:schemeClr val="tx1">
                <a:lumMod val="50000"/>
                <a:lumOff val="50000"/>
              </a:schemeClr>
            </a:solidFill>
            <a:headEnd type="arrow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avec flèche 16">
            <a:extLst>
              <a:ext uri="{FF2B5EF4-FFF2-40B4-BE49-F238E27FC236}">
                <a16:creationId xmlns:a16="http://schemas.microsoft.com/office/drawing/2014/main" id="{03F64518-FA72-430B-F509-02CFFD4E7035}"/>
              </a:ext>
            </a:extLst>
          </p:cNvPr>
          <p:cNvCxnSpPr>
            <a:cxnSpLocks/>
          </p:cNvCxnSpPr>
          <p:nvPr/>
        </p:nvCxnSpPr>
        <p:spPr>
          <a:xfrm rot="2700000">
            <a:off x="8595924" y="4858885"/>
            <a:ext cx="1046921" cy="0"/>
          </a:xfrm>
          <a:prstGeom prst="straightConnector1">
            <a:avLst/>
          </a:prstGeom>
          <a:ln w="130175" cap="rnd">
            <a:solidFill>
              <a:schemeClr val="tx1">
                <a:lumMod val="50000"/>
                <a:lumOff val="50000"/>
              </a:schemeClr>
            </a:solidFill>
            <a:headEnd type="arrow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DA374390-E047-96D8-EA6B-7A6731F505E2}"/>
              </a:ext>
            </a:extLst>
          </p:cNvPr>
          <p:cNvCxnSpPr>
            <a:cxnSpLocks/>
          </p:cNvCxnSpPr>
          <p:nvPr/>
        </p:nvCxnSpPr>
        <p:spPr>
          <a:xfrm rot="-2700000">
            <a:off x="8595924" y="2224499"/>
            <a:ext cx="1046921" cy="0"/>
          </a:xfrm>
          <a:prstGeom prst="straightConnector1">
            <a:avLst/>
          </a:prstGeom>
          <a:ln w="130175" cap="rnd">
            <a:solidFill>
              <a:schemeClr val="tx1">
                <a:lumMod val="50000"/>
                <a:lumOff val="50000"/>
              </a:schemeClr>
            </a:solidFill>
            <a:headEnd type="arrow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avec flèche 18">
            <a:extLst>
              <a:ext uri="{FF2B5EF4-FFF2-40B4-BE49-F238E27FC236}">
                <a16:creationId xmlns:a16="http://schemas.microsoft.com/office/drawing/2014/main" id="{F04EBC3F-8394-B83B-CB6B-F7E0A896D9F7}"/>
              </a:ext>
            </a:extLst>
          </p:cNvPr>
          <p:cNvCxnSpPr>
            <a:cxnSpLocks/>
          </p:cNvCxnSpPr>
          <p:nvPr/>
        </p:nvCxnSpPr>
        <p:spPr>
          <a:xfrm rot="2700000">
            <a:off x="5858043" y="2224499"/>
            <a:ext cx="1046921" cy="0"/>
          </a:xfrm>
          <a:prstGeom prst="straightConnector1">
            <a:avLst/>
          </a:prstGeom>
          <a:ln w="130175" cap="rnd">
            <a:solidFill>
              <a:schemeClr val="tx1">
                <a:lumMod val="50000"/>
                <a:lumOff val="50000"/>
              </a:schemeClr>
            </a:solidFill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avec flèche 19">
            <a:extLst>
              <a:ext uri="{FF2B5EF4-FFF2-40B4-BE49-F238E27FC236}">
                <a16:creationId xmlns:a16="http://schemas.microsoft.com/office/drawing/2014/main" id="{2BA67ED6-85F3-E12A-46E1-EC42261EDDC9}"/>
              </a:ext>
            </a:extLst>
          </p:cNvPr>
          <p:cNvCxnSpPr>
            <a:cxnSpLocks/>
          </p:cNvCxnSpPr>
          <p:nvPr/>
        </p:nvCxnSpPr>
        <p:spPr>
          <a:xfrm rot="-2700000">
            <a:off x="5876224" y="4924187"/>
            <a:ext cx="1046921" cy="0"/>
          </a:xfrm>
          <a:prstGeom prst="straightConnector1">
            <a:avLst/>
          </a:prstGeom>
          <a:ln w="130175" cap="rnd">
            <a:solidFill>
              <a:schemeClr val="tx1">
                <a:lumMod val="50000"/>
                <a:lumOff val="50000"/>
              </a:schemeClr>
            </a:solidFill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id="{CC8DA245-ECD8-93FC-E372-78BC7CC4CD94}"/>
              </a:ext>
            </a:extLst>
          </p:cNvPr>
          <p:cNvCxnSpPr>
            <a:cxnSpLocks/>
          </p:cNvCxnSpPr>
          <p:nvPr/>
        </p:nvCxnSpPr>
        <p:spPr>
          <a:xfrm rot="5400000">
            <a:off x="7216346" y="1701039"/>
            <a:ext cx="1046921" cy="0"/>
          </a:xfrm>
          <a:prstGeom prst="straightConnector1">
            <a:avLst/>
          </a:prstGeom>
          <a:ln w="130175" cap="rnd">
            <a:solidFill>
              <a:schemeClr val="tx1">
                <a:lumMod val="50000"/>
                <a:lumOff val="50000"/>
              </a:schemeClr>
            </a:solidFill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avec flèche 21">
            <a:extLst>
              <a:ext uri="{FF2B5EF4-FFF2-40B4-BE49-F238E27FC236}">
                <a16:creationId xmlns:a16="http://schemas.microsoft.com/office/drawing/2014/main" id="{560EFCB7-BCAD-DD94-F7C2-12FA108308DE}"/>
              </a:ext>
            </a:extLst>
          </p:cNvPr>
          <p:cNvCxnSpPr>
            <a:cxnSpLocks/>
          </p:cNvCxnSpPr>
          <p:nvPr/>
        </p:nvCxnSpPr>
        <p:spPr>
          <a:xfrm rot="5400000">
            <a:off x="7226979" y="5447645"/>
            <a:ext cx="1046921" cy="0"/>
          </a:xfrm>
          <a:prstGeom prst="straightConnector1">
            <a:avLst/>
          </a:prstGeom>
          <a:ln w="130175" cap="rnd">
            <a:solidFill>
              <a:schemeClr val="tx1">
                <a:lumMod val="50000"/>
                <a:lumOff val="50000"/>
              </a:schemeClr>
            </a:solidFill>
            <a:headEnd type="arrow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3" name="Ellipse 232">
            <a:extLst>
              <a:ext uri="{FF2B5EF4-FFF2-40B4-BE49-F238E27FC236}">
                <a16:creationId xmlns:a16="http://schemas.microsoft.com/office/drawing/2014/main" id="{49E9F638-E450-3165-03AB-AF391E451609}"/>
              </a:ext>
            </a:extLst>
          </p:cNvPr>
          <p:cNvSpPr>
            <a:spLocks noChangeAspect="1"/>
          </p:cNvSpPr>
          <p:nvPr/>
        </p:nvSpPr>
        <p:spPr>
          <a:xfrm>
            <a:off x="6836040" y="2659942"/>
            <a:ext cx="1828801" cy="1828801"/>
          </a:xfrm>
          <a:prstGeom prst="ellipse">
            <a:avLst/>
          </a:prstGeom>
          <a:solidFill>
            <a:srgbClr val="FDD100"/>
          </a:solidFill>
          <a:ln w="1174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4" name="Connecteur droit avec flèche 3">
            <a:extLst>
              <a:ext uri="{FF2B5EF4-FFF2-40B4-BE49-F238E27FC236}">
                <a16:creationId xmlns:a16="http://schemas.microsoft.com/office/drawing/2014/main" id="{090179CF-0E2C-D771-6A84-9F26E1353A39}"/>
              </a:ext>
            </a:extLst>
          </p:cNvPr>
          <p:cNvCxnSpPr>
            <a:cxnSpLocks/>
          </p:cNvCxnSpPr>
          <p:nvPr/>
        </p:nvCxnSpPr>
        <p:spPr>
          <a:xfrm>
            <a:off x="7168943" y="3574342"/>
            <a:ext cx="255035" cy="0"/>
          </a:xfrm>
          <a:prstGeom prst="straightConnector1">
            <a:avLst/>
          </a:prstGeom>
          <a:ln w="69850" cap="rnd">
            <a:solidFill>
              <a:srgbClr val="0070C0"/>
            </a:solidFill>
            <a:headEnd type="arrow" w="sm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avec flèche 5">
            <a:extLst>
              <a:ext uri="{FF2B5EF4-FFF2-40B4-BE49-F238E27FC236}">
                <a16:creationId xmlns:a16="http://schemas.microsoft.com/office/drawing/2014/main" id="{5EA91384-FFA7-A185-F172-EF5FAA0D12F5}"/>
              </a:ext>
            </a:extLst>
          </p:cNvPr>
          <p:cNvCxnSpPr>
            <a:cxnSpLocks/>
          </p:cNvCxnSpPr>
          <p:nvPr/>
        </p:nvCxnSpPr>
        <p:spPr>
          <a:xfrm>
            <a:off x="8076899" y="3574342"/>
            <a:ext cx="255035" cy="0"/>
          </a:xfrm>
          <a:prstGeom prst="straightConnector1">
            <a:avLst/>
          </a:prstGeom>
          <a:ln w="69850" cap="rnd">
            <a:solidFill>
              <a:srgbClr val="0070C0"/>
            </a:solidFill>
            <a:headEnd type="none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747DCCE1-3D73-9844-26D2-98A108E39078}"/>
              </a:ext>
            </a:extLst>
          </p:cNvPr>
          <p:cNvCxnSpPr>
            <a:cxnSpLocks/>
          </p:cNvCxnSpPr>
          <p:nvPr/>
        </p:nvCxnSpPr>
        <p:spPr>
          <a:xfrm rot="2700000">
            <a:off x="7963422" y="3887263"/>
            <a:ext cx="255035" cy="0"/>
          </a:xfrm>
          <a:prstGeom prst="straightConnector1">
            <a:avLst/>
          </a:prstGeom>
          <a:ln w="69850" cap="rnd">
            <a:solidFill>
              <a:srgbClr val="0070C0"/>
            </a:solidFill>
            <a:headEnd type="none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5ECEC306-9D40-61B6-C817-B47BBECC2F5B}"/>
              </a:ext>
            </a:extLst>
          </p:cNvPr>
          <p:cNvCxnSpPr>
            <a:cxnSpLocks/>
          </p:cNvCxnSpPr>
          <p:nvPr/>
        </p:nvCxnSpPr>
        <p:spPr>
          <a:xfrm rot="18900000">
            <a:off x="7963422" y="3245513"/>
            <a:ext cx="255035" cy="0"/>
          </a:xfrm>
          <a:prstGeom prst="straightConnector1">
            <a:avLst/>
          </a:prstGeom>
          <a:ln w="69850" cap="rnd">
            <a:solidFill>
              <a:srgbClr val="0070C0"/>
            </a:solidFill>
            <a:headEnd type="none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1D215B37-1971-E5EC-9D29-D5A7C07646CC}"/>
              </a:ext>
            </a:extLst>
          </p:cNvPr>
          <p:cNvCxnSpPr>
            <a:cxnSpLocks/>
          </p:cNvCxnSpPr>
          <p:nvPr/>
        </p:nvCxnSpPr>
        <p:spPr>
          <a:xfrm rot="2700000">
            <a:off x="7296460" y="3245513"/>
            <a:ext cx="255035" cy="0"/>
          </a:xfrm>
          <a:prstGeom prst="straightConnector1">
            <a:avLst/>
          </a:prstGeom>
          <a:ln w="69850" cap="rnd">
            <a:solidFill>
              <a:srgbClr val="0070C0"/>
            </a:solidFill>
            <a:headEnd type="arrow" w="sm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A549D36B-17BC-A7DD-0ED8-6BAD5CF31061}"/>
              </a:ext>
            </a:extLst>
          </p:cNvPr>
          <p:cNvCxnSpPr>
            <a:cxnSpLocks/>
          </p:cNvCxnSpPr>
          <p:nvPr/>
        </p:nvCxnSpPr>
        <p:spPr>
          <a:xfrm rot="18900000">
            <a:off x="7300889" y="3903171"/>
            <a:ext cx="255035" cy="0"/>
          </a:xfrm>
          <a:prstGeom prst="straightConnector1">
            <a:avLst/>
          </a:prstGeom>
          <a:ln w="69850" cap="rnd">
            <a:solidFill>
              <a:srgbClr val="0070C0"/>
            </a:solidFill>
            <a:headEnd type="arrow" w="sm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4ADCE8CF-C958-5B46-82BB-5F0D24A7509C}"/>
              </a:ext>
            </a:extLst>
          </p:cNvPr>
          <p:cNvCxnSpPr>
            <a:cxnSpLocks/>
          </p:cNvCxnSpPr>
          <p:nvPr/>
        </p:nvCxnSpPr>
        <p:spPr>
          <a:xfrm rot="5400000">
            <a:off x="7627350" y="3117996"/>
            <a:ext cx="255035" cy="0"/>
          </a:xfrm>
          <a:prstGeom prst="straightConnector1">
            <a:avLst/>
          </a:prstGeom>
          <a:ln w="69850" cap="rnd">
            <a:solidFill>
              <a:srgbClr val="0070C0"/>
            </a:solidFill>
            <a:headEnd type="arrow" w="sm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06C25DEF-0361-5F75-3FD9-D7D296B4E8D4}"/>
              </a:ext>
            </a:extLst>
          </p:cNvPr>
          <p:cNvCxnSpPr>
            <a:cxnSpLocks/>
          </p:cNvCxnSpPr>
          <p:nvPr/>
        </p:nvCxnSpPr>
        <p:spPr>
          <a:xfrm rot="5400000">
            <a:off x="7629940" y="4030688"/>
            <a:ext cx="255035" cy="0"/>
          </a:xfrm>
          <a:prstGeom prst="straightConnector1">
            <a:avLst/>
          </a:prstGeom>
          <a:ln w="69850" cap="rnd">
            <a:solidFill>
              <a:srgbClr val="0070C0"/>
            </a:solidFill>
            <a:headEnd type="none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ZoneTexte 28">
            <a:extLst>
              <a:ext uri="{FF2B5EF4-FFF2-40B4-BE49-F238E27FC236}">
                <a16:creationId xmlns:a16="http://schemas.microsoft.com/office/drawing/2014/main" id="{3CE95CE6-8D30-4E54-BFC3-DFE2827241F7}"/>
              </a:ext>
            </a:extLst>
          </p:cNvPr>
          <p:cNvSpPr txBox="1"/>
          <p:nvPr/>
        </p:nvSpPr>
        <p:spPr>
          <a:xfrm>
            <a:off x="7061196" y="3941659"/>
            <a:ext cx="16036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rgbClr val="0070C0"/>
                </a:solidFill>
                <a:latin typeface="Comic Sans MS" panose="030F0902030302020204" pitchFamily="66" charset="0"/>
              </a:rPr>
              <a:t>Pression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F917EF4D-0518-24C2-EC15-3CB832AD1E64}"/>
              </a:ext>
            </a:extLst>
          </p:cNvPr>
          <p:cNvSpPr txBox="1"/>
          <p:nvPr/>
        </p:nvSpPr>
        <p:spPr>
          <a:xfrm rot="640439">
            <a:off x="8577799" y="1230216"/>
            <a:ext cx="20148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>
                <a:solidFill>
                  <a:schemeClr val="tx1">
                    <a:lumMod val="50000"/>
                    <a:lumOff val="50000"/>
                  </a:schemeClr>
                </a:solidFill>
                <a:latin typeface="Comic Sans MS" panose="030F0902030302020204" pitchFamily="66" charset="0"/>
              </a:rPr>
              <a:t>Gravité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0BE0B67B-F8E7-C5BA-3996-53249E97A1A2}"/>
              </a:ext>
            </a:extLst>
          </p:cNvPr>
          <p:cNvSpPr txBox="1"/>
          <p:nvPr/>
        </p:nvSpPr>
        <p:spPr>
          <a:xfrm rot="21271315">
            <a:off x="5088591" y="1143520"/>
            <a:ext cx="20148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>
                <a:solidFill>
                  <a:schemeClr val="tx1">
                    <a:lumMod val="50000"/>
                    <a:lumOff val="50000"/>
                  </a:schemeClr>
                </a:solidFill>
                <a:latin typeface="Comic Sans MS" panose="030F0902030302020204" pitchFamily="66" charset="0"/>
              </a:rPr>
              <a:t>Gravité</a:t>
            </a: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CB680C26-AE1C-8BF0-8651-F7B98CAC473C}"/>
              </a:ext>
            </a:extLst>
          </p:cNvPr>
          <p:cNvSpPr txBox="1"/>
          <p:nvPr/>
        </p:nvSpPr>
        <p:spPr>
          <a:xfrm rot="445059">
            <a:off x="5713323" y="5490655"/>
            <a:ext cx="20148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>
                <a:solidFill>
                  <a:schemeClr val="tx1">
                    <a:lumMod val="50000"/>
                    <a:lumOff val="50000"/>
                  </a:schemeClr>
                </a:solidFill>
                <a:latin typeface="Comic Sans MS" panose="030F0902030302020204" pitchFamily="66" charset="0"/>
              </a:rPr>
              <a:t>Gravité</a:t>
            </a:r>
          </a:p>
        </p:txBody>
      </p:sp>
    </p:spTree>
    <p:extLst>
      <p:ext uri="{BB962C8B-B14F-4D97-AF65-F5344CB8AC3E}">
        <p14:creationId xmlns:p14="http://schemas.microsoft.com/office/powerpoint/2010/main" val="37363680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49C7B2-3382-EB09-4C15-2F0B8D43E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e 29">
            <a:extLst>
              <a:ext uri="{FF2B5EF4-FFF2-40B4-BE49-F238E27FC236}">
                <a16:creationId xmlns:a16="http://schemas.microsoft.com/office/drawing/2014/main" id="{1A0077FF-EC39-6A3F-AF17-62BDEFE6A248}"/>
              </a:ext>
            </a:extLst>
          </p:cNvPr>
          <p:cNvGrpSpPr/>
          <p:nvPr/>
        </p:nvGrpSpPr>
        <p:grpSpPr>
          <a:xfrm>
            <a:off x="304196" y="-1531438"/>
            <a:ext cx="11583608" cy="8023370"/>
            <a:chOff x="304196" y="-1531438"/>
            <a:chExt cx="11583608" cy="8023370"/>
          </a:xfrm>
        </p:grpSpPr>
        <p:grpSp>
          <p:nvGrpSpPr>
            <p:cNvPr id="31" name="Groupe 30">
              <a:extLst>
                <a:ext uri="{FF2B5EF4-FFF2-40B4-BE49-F238E27FC236}">
                  <a16:creationId xmlns:a16="http://schemas.microsoft.com/office/drawing/2014/main" id="{4D91AC51-E065-5ACF-644D-0A07AE6AC056}"/>
                </a:ext>
              </a:extLst>
            </p:cNvPr>
            <p:cNvGrpSpPr/>
            <p:nvPr/>
          </p:nvGrpSpPr>
          <p:grpSpPr>
            <a:xfrm>
              <a:off x="304196" y="-1531438"/>
              <a:ext cx="11583608" cy="8023370"/>
              <a:chOff x="304196" y="-1643836"/>
              <a:chExt cx="11583608" cy="8023370"/>
            </a:xfrm>
          </p:grpSpPr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09308787-0F70-0089-D1A1-289B4E8BCBB6}"/>
                  </a:ext>
                </a:extLst>
              </p:cNvPr>
              <p:cNvSpPr/>
              <p:nvPr/>
            </p:nvSpPr>
            <p:spPr>
              <a:xfrm rot="16200000">
                <a:off x="1199876" y="-778466"/>
                <a:ext cx="1920048" cy="189307"/>
              </a:xfrm>
              <a:prstGeom prst="rect">
                <a:avLst/>
              </a:prstGeom>
              <a:blipFill>
                <a:blip r:embed="rId4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a:blip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9DF1B045-7690-E7F4-5918-B29C18D21255}"/>
                  </a:ext>
                </a:extLst>
              </p:cNvPr>
              <p:cNvSpPr/>
              <p:nvPr/>
            </p:nvSpPr>
            <p:spPr>
              <a:xfrm rot="16200000">
                <a:off x="9072074" y="-778465"/>
                <a:ext cx="1920048" cy="189307"/>
              </a:xfrm>
              <a:prstGeom prst="rect">
                <a:avLst/>
              </a:prstGeom>
              <a:blipFill>
                <a:blip r:embed="rId4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a:blip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35" name="Rectangle : coins arrondis 34">
                <a:extLst>
                  <a:ext uri="{FF2B5EF4-FFF2-40B4-BE49-F238E27FC236}">
                    <a16:creationId xmlns:a16="http://schemas.microsoft.com/office/drawing/2014/main" id="{F992C0D8-258B-8040-2680-13762EBD5DF8}"/>
                  </a:ext>
                </a:extLst>
              </p:cNvPr>
              <p:cNvSpPr/>
              <p:nvPr/>
            </p:nvSpPr>
            <p:spPr>
              <a:xfrm>
                <a:off x="304196" y="276214"/>
                <a:ext cx="11583608" cy="6103320"/>
              </a:xfrm>
              <a:prstGeom prst="round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</p:grpSp>
        <p:sp>
          <p:nvSpPr>
            <p:cNvPr id="32" name="ZoneTexte 31">
              <a:extLst>
                <a:ext uri="{FF2B5EF4-FFF2-40B4-BE49-F238E27FC236}">
                  <a16:creationId xmlns:a16="http://schemas.microsoft.com/office/drawing/2014/main" id="{8BB6A1DF-BB87-EDFA-FD59-9FC24D01B7D6}"/>
                </a:ext>
              </a:extLst>
            </p:cNvPr>
            <p:cNvSpPr txBox="1"/>
            <p:nvPr/>
          </p:nvSpPr>
          <p:spPr>
            <a:xfrm>
              <a:off x="505336" y="828092"/>
              <a:ext cx="3498435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5400" dirty="0">
                  <a:latin typeface="Comic Sans MS" panose="030F0902030302020204" pitchFamily="66" charset="0"/>
                </a:rPr>
                <a:t>Equilibre de Forces</a:t>
              </a:r>
            </a:p>
          </p:txBody>
        </p:sp>
      </p:grpSp>
      <p:cxnSp>
        <p:nvCxnSpPr>
          <p:cNvPr id="5" name="Connecteur droit avec flèche 4">
            <a:extLst>
              <a:ext uri="{FF2B5EF4-FFF2-40B4-BE49-F238E27FC236}">
                <a16:creationId xmlns:a16="http://schemas.microsoft.com/office/drawing/2014/main" id="{719DF9EF-BA58-AF59-A31C-57E50B097D42}"/>
              </a:ext>
            </a:extLst>
          </p:cNvPr>
          <p:cNvCxnSpPr>
            <a:cxnSpLocks/>
          </p:cNvCxnSpPr>
          <p:nvPr/>
        </p:nvCxnSpPr>
        <p:spPr>
          <a:xfrm>
            <a:off x="4998328" y="3578695"/>
            <a:ext cx="1196785" cy="0"/>
          </a:xfrm>
          <a:prstGeom prst="straightConnector1">
            <a:avLst/>
          </a:prstGeom>
          <a:ln w="130175" cap="rnd">
            <a:solidFill>
              <a:schemeClr val="tx1">
                <a:lumMod val="50000"/>
                <a:lumOff val="50000"/>
              </a:schemeClr>
            </a:solidFill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E245556A-DEB5-E08B-B1F6-A692FCEDF0BB}"/>
              </a:ext>
            </a:extLst>
          </p:cNvPr>
          <p:cNvCxnSpPr>
            <a:cxnSpLocks/>
          </p:cNvCxnSpPr>
          <p:nvPr/>
        </p:nvCxnSpPr>
        <p:spPr>
          <a:xfrm>
            <a:off x="9259028" y="3578694"/>
            <a:ext cx="1196785" cy="0"/>
          </a:xfrm>
          <a:prstGeom prst="straightConnector1">
            <a:avLst/>
          </a:prstGeom>
          <a:ln w="130175" cap="rnd">
            <a:solidFill>
              <a:schemeClr val="tx1">
                <a:lumMod val="50000"/>
                <a:lumOff val="50000"/>
              </a:schemeClr>
            </a:solidFill>
            <a:headEnd type="arrow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avec flèche 16">
            <a:extLst>
              <a:ext uri="{FF2B5EF4-FFF2-40B4-BE49-F238E27FC236}">
                <a16:creationId xmlns:a16="http://schemas.microsoft.com/office/drawing/2014/main" id="{C87D2103-3CAD-B8CB-3F34-C664D12DC0A8}"/>
              </a:ext>
            </a:extLst>
          </p:cNvPr>
          <p:cNvCxnSpPr>
            <a:cxnSpLocks/>
          </p:cNvCxnSpPr>
          <p:nvPr/>
        </p:nvCxnSpPr>
        <p:spPr>
          <a:xfrm rot="2700000">
            <a:off x="8726521" y="5047116"/>
            <a:ext cx="1196785" cy="0"/>
          </a:xfrm>
          <a:prstGeom prst="straightConnector1">
            <a:avLst/>
          </a:prstGeom>
          <a:ln w="130175" cap="rnd">
            <a:solidFill>
              <a:schemeClr val="tx1">
                <a:lumMod val="50000"/>
                <a:lumOff val="50000"/>
              </a:schemeClr>
            </a:solidFill>
            <a:headEnd type="arrow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54C1DD99-84FF-7A02-3219-E5D9206E55D1}"/>
              </a:ext>
            </a:extLst>
          </p:cNvPr>
          <p:cNvCxnSpPr>
            <a:cxnSpLocks/>
          </p:cNvCxnSpPr>
          <p:nvPr/>
        </p:nvCxnSpPr>
        <p:spPr>
          <a:xfrm rot="18900000">
            <a:off x="8726521" y="2035624"/>
            <a:ext cx="1196785" cy="0"/>
          </a:xfrm>
          <a:prstGeom prst="straightConnector1">
            <a:avLst/>
          </a:prstGeom>
          <a:ln w="130175" cap="rnd">
            <a:solidFill>
              <a:schemeClr val="tx1">
                <a:lumMod val="50000"/>
                <a:lumOff val="50000"/>
              </a:schemeClr>
            </a:solidFill>
            <a:headEnd type="arrow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avec flèche 18">
            <a:extLst>
              <a:ext uri="{FF2B5EF4-FFF2-40B4-BE49-F238E27FC236}">
                <a16:creationId xmlns:a16="http://schemas.microsoft.com/office/drawing/2014/main" id="{0A913ED2-84A0-714B-FB4B-06417B6C6BEC}"/>
              </a:ext>
            </a:extLst>
          </p:cNvPr>
          <p:cNvCxnSpPr>
            <a:cxnSpLocks/>
          </p:cNvCxnSpPr>
          <p:nvPr/>
        </p:nvCxnSpPr>
        <p:spPr>
          <a:xfrm rot="2700000">
            <a:off x="5596720" y="2035624"/>
            <a:ext cx="1196785" cy="0"/>
          </a:xfrm>
          <a:prstGeom prst="straightConnector1">
            <a:avLst/>
          </a:prstGeom>
          <a:ln w="130175" cap="rnd">
            <a:solidFill>
              <a:schemeClr val="tx1">
                <a:lumMod val="50000"/>
                <a:lumOff val="50000"/>
              </a:schemeClr>
            </a:solidFill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avec flèche 19">
            <a:extLst>
              <a:ext uri="{FF2B5EF4-FFF2-40B4-BE49-F238E27FC236}">
                <a16:creationId xmlns:a16="http://schemas.microsoft.com/office/drawing/2014/main" id="{E303D77A-56B4-2329-BA31-E2172EED3A16}"/>
              </a:ext>
            </a:extLst>
          </p:cNvPr>
          <p:cNvCxnSpPr>
            <a:cxnSpLocks/>
          </p:cNvCxnSpPr>
          <p:nvPr/>
        </p:nvCxnSpPr>
        <p:spPr>
          <a:xfrm rot="18900000">
            <a:off x="5617503" y="5121765"/>
            <a:ext cx="1196785" cy="0"/>
          </a:xfrm>
          <a:prstGeom prst="straightConnector1">
            <a:avLst/>
          </a:prstGeom>
          <a:ln w="130175" cap="rnd">
            <a:solidFill>
              <a:schemeClr val="tx1">
                <a:lumMod val="50000"/>
                <a:lumOff val="50000"/>
              </a:schemeClr>
            </a:solidFill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id="{A8173A94-83A1-76C9-A84C-4FE078D0714C}"/>
              </a:ext>
            </a:extLst>
          </p:cNvPr>
          <p:cNvCxnSpPr>
            <a:cxnSpLocks/>
          </p:cNvCxnSpPr>
          <p:nvPr/>
        </p:nvCxnSpPr>
        <p:spPr>
          <a:xfrm rot="5400000">
            <a:off x="7149460" y="1437232"/>
            <a:ext cx="1196785" cy="0"/>
          </a:xfrm>
          <a:prstGeom prst="straightConnector1">
            <a:avLst/>
          </a:prstGeom>
          <a:ln w="130175" cap="rnd">
            <a:solidFill>
              <a:schemeClr val="tx1">
                <a:lumMod val="50000"/>
                <a:lumOff val="50000"/>
              </a:schemeClr>
            </a:solidFill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avec flèche 21">
            <a:extLst>
              <a:ext uri="{FF2B5EF4-FFF2-40B4-BE49-F238E27FC236}">
                <a16:creationId xmlns:a16="http://schemas.microsoft.com/office/drawing/2014/main" id="{74A58C94-1E03-1642-8279-AE3B3040E78B}"/>
              </a:ext>
            </a:extLst>
          </p:cNvPr>
          <p:cNvCxnSpPr>
            <a:cxnSpLocks/>
          </p:cNvCxnSpPr>
          <p:nvPr/>
        </p:nvCxnSpPr>
        <p:spPr>
          <a:xfrm rot="5400000">
            <a:off x="7161615" y="5720155"/>
            <a:ext cx="1196785" cy="0"/>
          </a:xfrm>
          <a:prstGeom prst="straightConnector1">
            <a:avLst/>
          </a:prstGeom>
          <a:ln w="130175" cap="rnd">
            <a:solidFill>
              <a:schemeClr val="tx1">
                <a:lumMod val="50000"/>
                <a:lumOff val="50000"/>
              </a:schemeClr>
            </a:solidFill>
            <a:headEnd type="arrow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3" name="Ellipse 232">
            <a:extLst>
              <a:ext uri="{FF2B5EF4-FFF2-40B4-BE49-F238E27FC236}">
                <a16:creationId xmlns:a16="http://schemas.microsoft.com/office/drawing/2014/main" id="{29146917-DBED-EBA3-9EDF-FE5FDB4FD46F}"/>
              </a:ext>
            </a:extLst>
          </p:cNvPr>
          <p:cNvSpPr>
            <a:spLocks noChangeAspect="1"/>
          </p:cNvSpPr>
          <p:nvPr/>
        </p:nvSpPr>
        <p:spPr>
          <a:xfrm>
            <a:off x="6468537" y="2320161"/>
            <a:ext cx="2517067" cy="2517067"/>
          </a:xfrm>
          <a:prstGeom prst="ellipse">
            <a:avLst/>
          </a:prstGeom>
          <a:solidFill>
            <a:srgbClr val="FDD100"/>
          </a:solidFill>
          <a:ln w="1174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4" name="Connecteur droit avec flèche 3">
            <a:extLst>
              <a:ext uri="{FF2B5EF4-FFF2-40B4-BE49-F238E27FC236}">
                <a16:creationId xmlns:a16="http://schemas.microsoft.com/office/drawing/2014/main" id="{EB16DA9B-3FB4-431E-1B93-7441C143564C}"/>
              </a:ext>
            </a:extLst>
          </p:cNvPr>
          <p:cNvCxnSpPr>
            <a:cxnSpLocks/>
          </p:cNvCxnSpPr>
          <p:nvPr/>
        </p:nvCxnSpPr>
        <p:spPr>
          <a:xfrm>
            <a:off x="6681996" y="3578693"/>
            <a:ext cx="458354" cy="0"/>
          </a:xfrm>
          <a:prstGeom prst="straightConnector1">
            <a:avLst/>
          </a:prstGeom>
          <a:ln w="69850" cap="rnd">
            <a:solidFill>
              <a:srgbClr val="0070C0"/>
            </a:solidFill>
            <a:headEnd type="arrow" w="sm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avec flèche 5">
            <a:extLst>
              <a:ext uri="{FF2B5EF4-FFF2-40B4-BE49-F238E27FC236}">
                <a16:creationId xmlns:a16="http://schemas.microsoft.com/office/drawing/2014/main" id="{0E1CD083-86CF-8A29-2B83-E2C3336E0A29}"/>
              </a:ext>
            </a:extLst>
          </p:cNvPr>
          <p:cNvCxnSpPr>
            <a:cxnSpLocks/>
          </p:cNvCxnSpPr>
          <p:nvPr/>
        </p:nvCxnSpPr>
        <p:spPr>
          <a:xfrm>
            <a:off x="8313790" y="3578693"/>
            <a:ext cx="458354" cy="0"/>
          </a:xfrm>
          <a:prstGeom prst="straightConnector1">
            <a:avLst/>
          </a:prstGeom>
          <a:ln w="69850" cap="rnd">
            <a:solidFill>
              <a:srgbClr val="0070C0"/>
            </a:solidFill>
            <a:headEnd type="none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ADCE2C26-1763-18AA-DAD4-BF8A2335CBB6}"/>
              </a:ext>
            </a:extLst>
          </p:cNvPr>
          <p:cNvCxnSpPr>
            <a:cxnSpLocks/>
          </p:cNvCxnSpPr>
          <p:nvPr/>
        </p:nvCxnSpPr>
        <p:spPr>
          <a:xfrm rot="2700000">
            <a:off x="8109847" y="4141080"/>
            <a:ext cx="458354" cy="0"/>
          </a:xfrm>
          <a:prstGeom prst="straightConnector1">
            <a:avLst/>
          </a:prstGeom>
          <a:ln w="69850" cap="rnd">
            <a:solidFill>
              <a:srgbClr val="0070C0"/>
            </a:solidFill>
            <a:headEnd type="none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AD93B3A5-03B4-AC30-92B4-C7F78EEF98EF}"/>
              </a:ext>
            </a:extLst>
          </p:cNvPr>
          <p:cNvCxnSpPr>
            <a:cxnSpLocks/>
          </p:cNvCxnSpPr>
          <p:nvPr/>
        </p:nvCxnSpPr>
        <p:spPr>
          <a:xfrm rot="18900000">
            <a:off x="8109847" y="2987717"/>
            <a:ext cx="458354" cy="0"/>
          </a:xfrm>
          <a:prstGeom prst="straightConnector1">
            <a:avLst/>
          </a:prstGeom>
          <a:ln w="69850" cap="rnd">
            <a:solidFill>
              <a:srgbClr val="0070C0"/>
            </a:solidFill>
            <a:headEnd type="none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6ABA9D38-65F5-6E2F-1356-589AF224D196}"/>
              </a:ext>
            </a:extLst>
          </p:cNvPr>
          <p:cNvCxnSpPr>
            <a:cxnSpLocks/>
          </p:cNvCxnSpPr>
          <p:nvPr/>
        </p:nvCxnSpPr>
        <p:spPr>
          <a:xfrm rot="2700000">
            <a:off x="6911173" y="2987717"/>
            <a:ext cx="458354" cy="0"/>
          </a:xfrm>
          <a:prstGeom prst="straightConnector1">
            <a:avLst/>
          </a:prstGeom>
          <a:ln w="69850" cap="rnd">
            <a:solidFill>
              <a:srgbClr val="0070C0"/>
            </a:solidFill>
            <a:headEnd type="arrow" w="sm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208B4060-8AD1-C5CE-748E-68C31C8A6CBE}"/>
              </a:ext>
            </a:extLst>
          </p:cNvPr>
          <p:cNvCxnSpPr>
            <a:cxnSpLocks/>
          </p:cNvCxnSpPr>
          <p:nvPr/>
        </p:nvCxnSpPr>
        <p:spPr>
          <a:xfrm rot="18900000">
            <a:off x="6919132" y="4169670"/>
            <a:ext cx="458354" cy="0"/>
          </a:xfrm>
          <a:prstGeom prst="straightConnector1">
            <a:avLst/>
          </a:prstGeom>
          <a:ln w="69850" cap="rnd">
            <a:solidFill>
              <a:srgbClr val="0070C0"/>
            </a:solidFill>
            <a:headEnd type="arrow" w="sm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1DBF9C46-F1A8-C653-C206-C415A3CE8758}"/>
              </a:ext>
            </a:extLst>
          </p:cNvPr>
          <p:cNvCxnSpPr>
            <a:cxnSpLocks/>
          </p:cNvCxnSpPr>
          <p:nvPr/>
        </p:nvCxnSpPr>
        <p:spPr>
          <a:xfrm rot="5400000">
            <a:off x="7505853" y="2758540"/>
            <a:ext cx="458354" cy="0"/>
          </a:xfrm>
          <a:prstGeom prst="straightConnector1">
            <a:avLst/>
          </a:prstGeom>
          <a:ln w="69850" cap="rnd">
            <a:solidFill>
              <a:srgbClr val="0070C0"/>
            </a:solidFill>
            <a:headEnd type="arrow" w="sm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287B875B-21D9-C5E7-FE46-863AF12AE1C2}"/>
              </a:ext>
            </a:extLst>
          </p:cNvPr>
          <p:cNvCxnSpPr>
            <a:cxnSpLocks/>
          </p:cNvCxnSpPr>
          <p:nvPr/>
        </p:nvCxnSpPr>
        <p:spPr>
          <a:xfrm rot="5400000">
            <a:off x="7510508" y="4398845"/>
            <a:ext cx="458354" cy="0"/>
          </a:xfrm>
          <a:prstGeom prst="straightConnector1">
            <a:avLst/>
          </a:prstGeom>
          <a:ln w="69850" cap="rnd">
            <a:solidFill>
              <a:srgbClr val="0070C0"/>
            </a:solidFill>
            <a:headEnd type="none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ZoneTexte 35">
            <a:extLst>
              <a:ext uri="{FF2B5EF4-FFF2-40B4-BE49-F238E27FC236}">
                <a16:creationId xmlns:a16="http://schemas.microsoft.com/office/drawing/2014/main" id="{A817BC02-CC7F-2F58-881C-397B654B0B7C}"/>
              </a:ext>
            </a:extLst>
          </p:cNvPr>
          <p:cNvSpPr txBox="1"/>
          <p:nvPr/>
        </p:nvSpPr>
        <p:spPr>
          <a:xfrm>
            <a:off x="7039455" y="3135337"/>
            <a:ext cx="16036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rgbClr val="0070C0"/>
                </a:solidFill>
                <a:latin typeface="Comic Sans MS" panose="030F0902030302020204" pitchFamily="66" charset="0"/>
              </a:rPr>
              <a:t>Pression</a:t>
            </a:r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A1A66C55-3932-2D62-61AF-ACEFFFAF8161}"/>
              </a:ext>
            </a:extLst>
          </p:cNvPr>
          <p:cNvSpPr txBox="1"/>
          <p:nvPr/>
        </p:nvSpPr>
        <p:spPr>
          <a:xfrm rot="640439">
            <a:off x="9240599" y="703975"/>
            <a:ext cx="20148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>
                <a:solidFill>
                  <a:schemeClr val="tx1">
                    <a:lumMod val="50000"/>
                    <a:lumOff val="50000"/>
                  </a:schemeClr>
                </a:solidFill>
                <a:latin typeface="Comic Sans MS" panose="030F0902030302020204" pitchFamily="66" charset="0"/>
              </a:rPr>
              <a:t>Gravité</a:t>
            </a: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8B64CC48-683E-9272-8DB7-179993A845D9}"/>
              </a:ext>
            </a:extLst>
          </p:cNvPr>
          <p:cNvSpPr txBox="1"/>
          <p:nvPr/>
        </p:nvSpPr>
        <p:spPr>
          <a:xfrm rot="21271315">
            <a:off x="4741317" y="775425"/>
            <a:ext cx="20148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>
                <a:solidFill>
                  <a:schemeClr val="tx1">
                    <a:lumMod val="50000"/>
                    <a:lumOff val="50000"/>
                  </a:schemeClr>
                </a:solidFill>
                <a:latin typeface="Comic Sans MS" panose="030F0902030302020204" pitchFamily="66" charset="0"/>
              </a:rPr>
              <a:t>Gravité</a:t>
            </a:r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AB5DFE07-19DA-3F4B-3182-8BD42047E77E}"/>
              </a:ext>
            </a:extLst>
          </p:cNvPr>
          <p:cNvSpPr txBox="1"/>
          <p:nvPr/>
        </p:nvSpPr>
        <p:spPr>
          <a:xfrm rot="445059">
            <a:off x="5594343" y="5742219"/>
            <a:ext cx="20148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>
                <a:solidFill>
                  <a:schemeClr val="tx1">
                    <a:lumMod val="50000"/>
                    <a:lumOff val="50000"/>
                  </a:schemeClr>
                </a:solidFill>
                <a:latin typeface="Comic Sans MS" panose="030F0902030302020204" pitchFamily="66" charset="0"/>
              </a:rPr>
              <a:t>Gravité</a:t>
            </a:r>
          </a:p>
        </p:txBody>
      </p:sp>
    </p:spTree>
    <p:extLst>
      <p:ext uri="{BB962C8B-B14F-4D97-AF65-F5344CB8AC3E}">
        <p14:creationId xmlns:p14="http://schemas.microsoft.com/office/powerpoint/2010/main" val="27724017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80273C-F26C-24BE-1D0B-C98BCF226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e 27">
            <a:extLst>
              <a:ext uri="{FF2B5EF4-FFF2-40B4-BE49-F238E27FC236}">
                <a16:creationId xmlns:a16="http://schemas.microsoft.com/office/drawing/2014/main" id="{9CA09CB0-B604-7914-E70F-77CE7166A27A}"/>
              </a:ext>
            </a:extLst>
          </p:cNvPr>
          <p:cNvGrpSpPr/>
          <p:nvPr/>
        </p:nvGrpSpPr>
        <p:grpSpPr>
          <a:xfrm>
            <a:off x="6977753" y="-79512"/>
            <a:ext cx="4949372" cy="2767991"/>
            <a:chOff x="304194" y="-510513"/>
            <a:chExt cx="11583610" cy="7002445"/>
          </a:xfrm>
        </p:grpSpPr>
        <p:grpSp>
          <p:nvGrpSpPr>
            <p:cNvPr id="29" name="Groupe 28">
              <a:extLst>
                <a:ext uri="{FF2B5EF4-FFF2-40B4-BE49-F238E27FC236}">
                  <a16:creationId xmlns:a16="http://schemas.microsoft.com/office/drawing/2014/main" id="{9FBDE86E-283A-BDEA-7C80-5E46DF866711}"/>
                </a:ext>
              </a:extLst>
            </p:cNvPr>
            <p:cNvGrpSpPr/>
            <p:nvPr/>
          </p:nvGrpSpPr>
          <p:grpSpPr>
            <a:xfrm>
              <a:off x="304196" y="-510513"/>
              <a:ext cx="11583608" cy="7002445"/>
              <a:chOff x="304196" y="-622911"/>
              <a:chExt cx="11583608" cy="7002445"/>
            </a:xfrm>
          </p:grpSpPr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B2DED536-297E-E46F-D6B0-7E9DED4F3992}"/>
                  </a:ext>
                </a:extLst>
              </p:cNvPr>
              <p:cNvSpPr/>
              <p:nvPr/>
            </p:nvSpPr>
            <p:spPr>
              <a:xfrm rot="16200000">
                <a:off x="1710337" y="-268003"/>
                <a:ext cx="899124" cy="189307"/>
              </a:xfrm>
              <a:prstGeom prst="rect">
                <a:avLst/>
              </a:prstGeom>
              <a:blipFill>
                <a:blip r:embed="rId3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7E31B61A-6A67-5145-0CDB-0005A8142B54}"/>
                  </a:ext>
                </a:extLst>
              </p:cNvPr>
              <p:cNvSpPr/>
              <p:nvPr/>
            </p:nvSpPr>
            <p:spPr>
              <a:xfrm rot="16200000">
                <a:off x="9582537" y="-268003"/>
                <a:ext cx="899124" cy="189307"/>
              </a:xfrm>
              <a:prstGeom prst="rect">
                <a:avLst/>
              </a:prstGeom>
              <a:blipFill>
                <a:blip r:embed="rId3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33" name="Rectangle : coins arrondis 32">
                <a:extLst>
                  <a:ext uri="{FF2B5EF4-FFF2-40B4-BE49-F238E27FC236}">
                    <a16:creationId xmlns:a16="http://schemas.microsoft.com/office/drawing/2014/main" id="{FE12E48F-DA69-BF48-EB37-74255CFBD319}"/>
                  </a:ext>
                </a:extLst>
              </p:cNvPr>
              <p:cNvSpPr/>
              <p:nvPr/>
            </p:nvSpPr>
            <p:spPr>
              <a:xfrm>
                <a:off x="304196" y="276214"/>
                <a:ext cx="11583608" cy="6103320"/>
              </a:xfrm>
              <a:prstGeom prst="round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</p:grpSp>
        <p:sp>
          <p:nvSpPr>
            <p:cNvPr id="30" name="ZoneTexte 29">
              <a:extLst>
                <a:ext uri="{FF2B5EF4-FFF2-40B4-BE49-F238E27FC236}">
                  <a16:creationId xmlns:a16="http://schemas.microsoft.com/office/drawing/2014/main" id="{15C2C06E-03A2-29B2-80AD-C11BEDE3ECD8}"/>
                </a:ext>
              </a:extLst>
            </p:cNvPr>
            <p:cNvSpPr txBox="1"/>
            <p:nvPr/>
          </p:nvSpPr>
          <p:spPr>
            <a:xfrm>
              <a:off x="304194" y="2155559"/>
              <a:ext cx="11583608" cy="25694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6000" dirty="0">
                  <a:latin typeface="Comic Sans MS" panose="030F0902030302020204" pitchFamily="66" charset="0"/>
                </a:rPr>
                <a:t>Naine Jaune</a:t>
              </a:r>
            </a:p>
          </p:txBody>
        </p:sp>
      </p:grpSp>
      <p:grpSp>
        <p:nvGrpSpPr>
          <p:cNvPr id="6" name="Groupe 5">
            <a:extLst>
              <a:ext uri="{FF2B5EF4-FFF2-40B4-BE49-F238E27FC236}">
                <a16:creationId xmlns:a16="http://schemas.microsoft.com/office/drawing/2014/main" id="{A9BD52E2-2829-0095-E57F-C5428AC035B6}"/>
              </a:ext>
            </a:extLst>
          </p:cNvPr>
          <p:cNvGrpSpPr/>
          <p:nvPr/>
        </p:nvGrpSpPr>
        <p:grpSpPr>
          <a:xfrm>
            <a:off x="7163826" y="2824416"/>
            <a:ext cx="5229735" cy="1938992"/>
            <a:chOff x="7163826" y="2824416"/>
            <a:chExt cx="5229735" cy="1938992"/>
          </a:xfrm>
        </p:grpSpPr>
        <p:sp>
          <p:nvSpPr>
            <p:cNvPr id="5" name="Rectangle : coins arrondis 4">
              <a:extLst>
                <a:ext uri="{FF2B5EF4-FFF2-40B4-BE49-F238E27FC236}">
                  <a16:creationId xmlns:a16="http://schemas.microsoft.com/office/drawing/2014/main" id="{F3FEADCC-F952-8B60-D9BE-0F3A571E16B4}"/>
                </a:ext>
              </a:extLst>
            </p:cNvPr>
            <p:cNvSpPr/>
            <p:nvPr/>
          </p:nvSpPr>
          <p:spPr>
            <a:xfrm>
              <a:off x="7163826" y="2824416"/>
              <a:ext cx="4949371" cy="1669207"/>
            </a:xfrm>
            <a:prstGeom prst="roundRect">
              <a:avLst/>
            </a:prstGeom>
            <a:solidFill>
              <a:srgbClr val="FCDAA5">
                <a:alpha val="41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" name="ZoneTexte 3">
              <a:extLst>
                <a:ext uri="{FF2B5EF4-FFF2-40B4-BE49-F238E27FC236}">
                  <a16:creationId xmlns:a16="http://schemas.microsoft.com/office/drawing/2014/main" id="{2EDAAEA1-240A-6D93-CA11-A6C5279552E6}"/>
                </a:ext>
              </a:extLst>
            </p:cNvPr>
            <p:cNvSpPr txBox="1"/>
            <p:nvPr/>
          </p:nvSpPr>
          <p:spPr>
            <a:xfrm>
              <a:off x="7239344" y="2824416"/>
              <a:ext cx="5154217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4000" dirty="0">
                  <a:latin typeface="Comic Sans MS" panose="030F0902030302020204" pitchFamily="66" charset="0"/>
                </a:rPr>
                <a:t>- Similaire au Soleil</a:t>
              </a:r>
            </a:p>
            <a:p>
              <a:r>
                <a:rPr lang="fr-FR" sz="4000" dirty="0">
                  <a:latin typeface="Comic Sans MS" panose="030F0902030302020204" pitchFamily="66" charset="0"/>
                </a:rPr>
                <a:t>- De taille moyenne</a:t>
              </a:r>
            </a:p>
            <a:p>
              <a:r>
                <a:rPr lang="fr-FR" sz="4000" dirty="0">
                  <a:latin typeface="Comic Sans MS" panose="030F0902030302020204" pitchFamily="66" charset="0"/>
                </a:rPr>
                <a:t> </a:t>
              </a:r>
            </a:p>
          </p:txBody>
        </p:sp>
      </p:grpSp>
      <p:pic>
        <p:nvPicPr>
          <p:cNvPr id="2" name="Image 1">
            <a:extLst>
              <a:ext uri="{FF2B5EF4-FFF2-40B4-BE49-F238E27FC236}">
                <a16:creationId xmlns:a16="http://schemas.microsoft.com/office/drawing/2014/main" id="{1A1391D0-7163-866F-22AF-636919499436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829" r="8036"/>
          <a:stretch>
            <a:fillRect/>
          </a:stretch>
        </p:blipFill>
        <p:spPr>
          <a:xfrm>
            <a:off x="395926" y="1726722"/>
            <a:ext cx="6099142" cy="4028740"/>
          </a:xfrm>
          <a:prstGeom prst="rect">
            <a:avLst/>
          </a:prstGeom>
          <a:effectLst>
            <a:softEdge rad="147052"/>
          </a:effectLst>
        </p:spPr>
      </p:pic>
    </p:spTree>
    <p:extLst>
      <p:ext uri="{BB962C8B-B14F-4D97-AF65-F5344CB8AC3E}">
        <p14:creationId xmlns:p14="http://schemas.microsoft.com/office/powerpoint/2010/main" val="210960785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7A1431-F013-D0ED-557D-E71CA71C7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e 14">
            <a:extLst>
              <a:ext uri="{FF2B5EF4-FFF2-40B4-BE49-F238E27FC236}">
                <a16:creationId xmlns:a16="http://schemas.microsoft.com/office/drawing/2014/main" id="{CD3BAB42-8382-9995-C433-A27F79B799A5}"/>
              </a:ext>
            </a:extLst>
          </p:cNvPr>
          <p:cNvGrpSpPr/>
          <p:nvPr/>
        </p:nvGrpSpPr>
        <p:grpSpPr>
          <a:xfrm>
            <a:off x="6977752" y="-74989"/>
            <a:ext cx="4949372" cy="2767991"/>
            <a:chOff x="304194" y="-510513"/>
            <a:chExt cx="11583610" cy="7002445"/>
          </a:xfrm>
        </p:grpSpPr>
        <p:grpSp>
          <p:nvGrpSpPr>
            <p:cNvPr id="16" name="Groupe 15">
              <a:extLst>
                <a:ext uri="{FF2B5EF4-FFF2-40B4-BE49-F238E27FC236}">
                  <a16:creationId xmlns:a16="http://schemas.microsoft.com/office/drawing/2014/main" id="{019CBD0E-0C78-3EC2-F6F6-2D9B71127179}"/>
                </a:ext>
              </a:extLst>
            </p:cNvPr>
            <p:cNvGrpSpPr/>
            <p:nvPr/>
          </p:nvGrpSpPr>
          <p:grpSpPr>
            <a:xfrm>
              <a:off x="304196" y="-510513"/>
              <a:ext cx="11583608" cy="7002445"/>
              <a:chOff x="304196" y="-622911"/>
              <a:chExt cx="11583608" cy="7002445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C2490497-C587-AC33-F6D8-DDC97D6848E5}"/>
                  </a:ext>
                </a:extLst>
              </p:cNvPr>
              <p:cNvSpPr/>
              <p:nvPr/>
            </p:nvSpPr>
            <p:spPr>
              <a:xfrm rot="16200000">
                <a:off x="1710337" y="-268003"/>
                <a:ext cx="899124" cy="189307"/>
              </a:xfrm>
              <a:prstGeom prst="rect">
                <a:avLst/>
              </a:prstGeom>
              <a:blipFill>
                <a:blip r:embed="rId3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6D8359F8-72CD-E44E-9386-0AA81BAA1DC7}"/>
                  </a:ext>
                </a:extLst>
              </p:cNvPr>
              <p:cNvSpPr/>
              <p:nvPr/>
            </p:nvSpPr>
            <p:spPr>
              <a:xfrm rot="16200000">
                <a:off x="9582537" y="-268003"/>
                <a:ext cx="899124" cy="189307"/>
              </a:xfrm>
              <a:prstGeom prst="rect">
                <a:avLst/>
              </a:prstGeom>
              <a:blipFill>
                <a:blip r:embed="rId3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0" name="Rectangle : coins arrondis 19">
                <a:extLst>
                  <a:ext uri="{FF2B5EF4-FFF2-40B4-BE49-F238E27FC236}">
                    <a16:creationId xmlns:a16="http://schemas.microsoft.com/office/drawing/2014/main" id="{1ADDF2C0-F50B-BC63-D3EB-91E049045500}"/>
                  </a:ext>
                </a:extLst>
              </p:cNvPr>
              <p:cNvSpPr/>
              <p:nvPr/>
            </p:nvSpPr>
            <p:spPr>
              <a:xfrm>
                <a:off x="304196" y="276214"/>
                <a:ext cx="11583608" cy="6103320"/>
              </a:xfrm>
              <a:prstGeom prst="round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</p:grpSp>
        <p:sp>
          <p:nvSpPr>
            <p:cNvPr id="17" name="ZoneTexte 16">
              <a:extLst>
                <a:ext uri="{FF2B5EF4-FFF2-40B4-BE49-F238E27FC236}">
                  <a16:creationId xmlns:a16="http://schemas.microsoft.com/office/drawing/2014/main" id="{0065F901-4096-7109-9C47-DDA79CCB1145}"/>
                </a:ext>
              </a:extLst>
            </p:cNvPr>
            <p:cNvSpPr txBox="1"/>
            <p:nvPr/>
          </p:nvSpPr>
          <p:spPr>
            <a:xfrm>
              <a:off x="304194" y="980337"/>
              <a:ext cx="11583608" cy="49052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6000" dirty="0">
                  <a:latin typeface="Comic Sans MS" panose="030F0902030302020204" pitchFamily="66" charset="0"/>
                </a:rPr>
                <a:t>Géante Rouge</a:t>
              </a:r>
            </a:p>
          </p:txBody>
        </p:sp>
      </p:grpSp>
      <p:grpSp>
        <p:nvGrpSpPr>
          <p:cNvPr id="7" name="Groupe 6">
            <a:extLst>
              <a:ext uri="{FF2B5EF4-FFF2-40B4-BE49-F238E27FC236}">
                <a16:creationId xmlns:a16="http://schemas.microsoft.com/office/drawing/2014/main" id="{DE52B499-48C5-E202-4717-CF103FC26561}"/>
              </a:ext>
            </a:extLst>
          </p:cNvPr>
          <p:cNvGrpSpPr/>
          <p:nvPr/>
        </p:nvGrpSpPr>
        <p:grpSpPr>
          <a:xfrm>
            <a:off x="6977752" y="2913017"/>
            <a:ext cx="5484214" cy="2063932"/>
            <a:chOff x="6977752" y="2913017"/>
            <a:chExt cx="5484214" cy="2063932"/>
          </a:xfrm>
        </p:grpSpPr>
        <p:sp>
          <p:nvSpPr>
            <p:cNvPr id="6" name="Rectangle : coins arrondis 5">
              <a:extLst>
                <a:ext uri="{FF2B5EF4-FFF2-40B4-BE49-F238E27FC236}">
                  <a16:creationId xmlns:a16="http://schemas.microsoft.com/office/drawing/2014/main" id="{3A40F99F-B9A7-AE67-3BDC-2FFBFB7AC399}"/>
                </a:ext>
              </a:extLst>
            </p:cNvPr>
            <p:cNvSpPr/>
            <p:nvPr/>
          </p:nvSpPr>
          <p:spPr>
            <a:xfrm>
              <a:off x="6977752" y="2913017"/>
              <a:ext cx="5053139" cy="2063932"/>
            </a:xfrm>
            <a:prstGeom prst="roundRect">
              <a:avLst/>
            </a:prstGeom>
            <a:solidFill>
              <a:srgbClr val="FCDAA5">
                <a:alpha val="41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3" name="ZoneTexte 2">
              <a:extLst>
                <a:ext uri="{FF2B5EF4-FFF2-40B4-BE49-F238E27FC236}">
                  <a16:creationId xmlns:a16="http://schemas.microsoft.com/office/drawing/2014/main" id="{CB428BFF-9701-5894-8207-93C5809453A3}"/>
                </a:ext>
              </a:extLst>
            </p:cNvPr>
            <p:cNvSpPr txBox="1"/>
            <p:nvPr/>
          </p:nvSpPr>
          <p:spPr>
            <a:xfrm>
              <a:off x="7130624" y="3057535"/>
              <a:ext cx="5331342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3600" dirty="0">
                  <a:latin typeface="Comic Sans MS" panose="030F0902030302020204" pitchFamily="66" charset="0"/>
                </a:rPr>
                <a:t>- Très grande </a:t>
              </a:r>
            </a:p>
            <a:p>
              <a:r>
                <a:rPr lang="fr-FR" sz="3600" dirty="0">
                  <a:latin typeface="Comic Sans MS" panose="030F0902030302020204" pitchFamily="66" charset="0"/>
                </a:rPr>
                <a:t>- Etoile en fin de vie</a:t>
              </a:r>
            </a:p>
            <a:p>
              <a:r>
                <a:rPr lang="fr-FR" sz="3600" dirty="0">
                  <a:latin typeface="Comic Sans MS" panose="030F0902030302020204" pitchFamily="66" charset="0"/>
                </a:rPr>
                <a:t>- Temps de vie courte</a:t>
              </a:r>
            </a:p>
          </p:txBody>
        </p:sp>
      </p:grpSp>
      <p:sp>
        <p:nvSpPr>
          <p:cNvPr id="4" name="Ellipse 3">
            <a:extLst>
              <a:ext uri="{FF2B5EF4-FFF2-40B4-BE49-F238E27FC236}">
                <a16:creationId xmlns:a16="http://schemas.microsoft.com/office/drawing/2014/main" id="{A75E6FC3-2469-6A35-DCED-B71CDA66D5C0}"/>
              </a:ext>
            </a:extLst>
          </p:cNvPr>
          <p:cNvSpPr>
            <a:spLocks noChangeAspect="1"/>
          </p:cNvSpPr>
          <p:nvPr/>
        </p:nvSpPr>
        <p:spPr>
          <a:xfrm>
            <a:off x="-741531" y="-1638117"/>
            <a:ext cx="8568367" cy="8568367"/>
          </a:xfrm>
          <a:prstGeom prst="ellipse">
            <a:avLst/>
          </a:prstGeom>
          <a:blipFill>
            <a:blip r:embed="rId4"/>
            <a:stretch>
              <a:fillRect/>
            </a:stretch>
          </a:blipFill>
          <a:effectLst>
            <a:softEdge rad="534736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F558ED9C-4551-9FDD-890F-86857FD64780}"/>
              </a:ext>
            </a:extLst>
          </p:cNvPr>
          <p:cNvSpPr txBox="1"/>
          <p:nvPr/>
        </p:nvSpPr>
        <p:spPr>
          <a:xfrm>
            <a:off x="548639" y="6257109"/>
            <a:ext cx="25472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Image de la Nasa retouchée</a:t>
            </a:r>
          </a:p>
        </p:txBody>
      </p:sp>
    </p:spTree>
    <p:extLst>
      <p:ext uri="{BB962C8B-B14F-4D97-AF65-F5344CB8AC3E}">
        <p14:creationId xmlns:p14="http://schemas.microsoft.com/office/powerpoint/2010/main" val="256824323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496066-0A66-294E-F11B-FFBC7CE20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e 5">
            <a:extLst>
              <a:ext uri="{FF2B5EF4-FFF2-40B4-BE49-F238E27FC236}">
                <a16:creationId xmlns:a16="http://schemas.microsoft.com/office/drawing/2014/main" id="{55DA41EC-877E-F3A2-E855-EED41B905388}"/>
              </a:ext>
            </a:extLst>
          </p:cNvPr>
          <p:cNvGrpSpPr/>
          <p:nvPr/>
        </p:nvGrpSpPr>
        <p:grpSpPr>
          <a:xfrm>
            <a:off x="304196" y="-1531438"/>
            <a:ext cx="11583608" cy="8023370"/>
            <a:chOff x="304196" y="-1531438"/>
            <a:chExt cx="11583608" cy="8023370"/>
          </a:xfrm>
        </p:grpSpPr>
        <p:grpSp>
          <p:nvGrpSpPr>
            <p:cNvPr id="7" name="Groupe 6">
              <a:extLst>
                <a:ext uri="{FF2B5EF4-FFF2-40B4-BE49-F238E27FC236}">
                  <a16:creationId xmlns:a16="http://schemas.microsoft.com/office/drawing/2014/main" id="{CD382414-D4B8-C4F5-2351-163EC4508ED6}"/>
                </a:ext>
              </a:extLst>
            </p:cNvPr>
            <p:cNvGrpSpPr/>
            <p:nvPr/>
          </p:nvGrpSpPr>
          <p:grpSpPr>
            <a:xfrm>
              <a:off x="304196" y="-1531438"/>
              <a:ext cx="11583608" cy="8023370"/>
              <a:chOff x="304196" y="-1643836"/>
              <a:chExt cx="11583608" cy="8023370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3AA6F8B1-3F48-195D-BD75-5877A70A5E1F}"/>
                  </a:ext>
                </a:extLst>
              </p:cNvPr>
              <p:cNvSpPr/>
              <p:nvPr/>
            </p:nvSpPr>
            <p:spPr>
              <a:xfrm rot="16200000">
                <a:off x="1199876" y="-778466"/>
                <a:ext cx="1920048" cy="189307"/>
              </a:xfrm>
              <a:prstGeom prst="rect">
                <a:avLst/>
              </a:prstGeom>
              <a:blipFill>
                <a:blip r:embed="rId3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a:blip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ABC85623-A641-7022-4586-46AA3298C6E9}"/>
                  </a:ext>
                </a:extLst>
              </p:cNvPr>
              <p:cNvSpPr/>
              <p:nvPr/>
            </p:nvSpPr>
            <p:spPr>
              <a:xfrm rot="16200000">
                <a:off x="9072074" y="-778465"/>
                <a:ext cx="1920048" cy="189307"/>
              </a:xfrm>
              <a:prstGeom prst="rect">
                <a:avLst/>
              </a:prstGeom>
              <a:blipFill>
                <a:blip r:embed="rId3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a:blip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1" name="Rectangle : coins arrondis 10">
                <a:extLst>
                  <a:ext uri="{FF2B5EF4-FFF2-40B4-BE49-F238E27FC236}">
                    <a16:creationId xmlns:a16="http://schemas.microsoft.com/office/drawing/2014/main" id="{51A90953-1659-0216-3245-A94866AB2F07}"/>
                  </a:ext>
                </a:extLst>
              </p:cNvPr>
              <p:cNvSpPr/>
              <p:nvPr/>
            </p:nvSpPr>
            <p:spPr>
              <a:xfrm>
                <a:off x="304196" y="276214"/>
                <a:ext cx="11583608" cy="6103320"/>
              </a:xfrm>
              <a:prstGeom prst="round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</p:grpSp>
        <p:sp>
          <p:nvSpPr>
            <p:cNvPr id="8" name="ZoneTexte 7">
              <a:extLst>
                <a:ext uri="{FF2B5EF4-FFF2-40B4-BE49-F238E27FC236}">
                  <a16:creationId xmlns:a16="http://schemas.microsoft.com/office/drawing/2014/main" id="{011E0D4C-DEAC-4A25-C5EB-B06D2F481191}"/>
                </a:ext>
              </a:extLst>
            </p:cNvPr>
            <p:cNvSpPr txBox="1"/>
            <p:nvPr/>
          </p:nvSpPr>
          <p:spPr>
            <a:xfrm>
              <a:off x="1662764" y="560484"/>
              <a:ext cx="8714508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6600" dirty="0">
                  <a:latin typeface="Comic Sans MS" panose="030F0902030302020204" pitchFamily="66" charset="0"/>
                </a:rPr>
                <a:t>Nébuleuse Planétaire</a:t>
              </a:r>
            </a:p>
          </p:txBody>
        </p:sp>
      </p:grpSp>
      <p:sp>
        <p:nvSpPr>
          <p:cNvPr id="4" name="ZoneTexte 3">
            <a:extLst>
              <a:ext uri="{FF2B5EF4-FFF2-40B4-BE49-F238E27FC236}">
                <a16:creationId xmlns:a16="http://schemas.microsoft.com/office/drawing/2014/main" id="{2E936140-4F19-B33E-705E-3DA02BD0F818}"/>
              </a:ext>
            </a:extLst>
          </p:cNvPr>
          <p:cNvSpPr txBox="1"/>
          <p:nvPr/>
        </p:nvSpPr>
        <p:spPr>
          <a:xfrm>
            <a:off x="6569290" y="2402060"/>
            <a:ext cx="515421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dirty="0">
                <a:latin typeface="Comic Sans MS" panose="030F0902030302020204" pitchFamily="66" charset="0"/>
              </a:rPr>
              <a:t>Nuage de gaz et de particules éjectés par une géante rouge </a:t>
            </a:r>
          </a:p>
        </p:txBody>
      </p: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07F847DD-7B4C-850C-99B8-C83F4B90388A}"/>
              </a:ext>
            </a:extLst>
          </p:cNvPr>
          <p:cNvGrpSpPr/>
          <p:nvPr/>
        </p:nvGrpSpPr>
        <p:grpSpPr>
          <a:xfrm>
            <a:off x="468493" y="1498661"/>
            <a:ext cx="6271941" cy="4845723"/>
            <a:chOff x="468493" y="1498661"/>
            <a:chExt cx="6271941" cy="4845723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A65BABBE-6FC9-C539-2E4F-FBDE333D392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/>
            <a:srcRect t="11070" b="11070"/>
            <a:stretch/>
          </p:blipFill>
          <p:spPr bwMode="auto">
            <a:xfrm>
              <a:off x="468493" y="1498661"/>
              <a:ext cx="6034086" cy="4698175"/>
            </a:xfrm>
            <a:prstGeom prst="rect">
              <a:avLst/>
            </a:prstGeom>
            <a:noFill/>
            <a:effectLst>
              <a:softEdge rad="213894"/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ZoneTexte 4">
              <a:extLst>
                <a:ext uri="{FF2B5EF4-FFF2-40B4-BE49-F238E27FC236}">
                  <a16:creationId xmlns:a16="http://schemas.microsoft.com/office/drawing/2014/main" id="{E57C0CFF-4F3B-B8DC-26FF-29290C87F5C9}"/>
                </a:ext>
              </a:extLst>
            </p:cNvPr>
            <p:cNvSpPr txBox="1"/>
            <p:nvPr/>
          </p:nvSpPr>
          <p:spPr>
            <a:xfrm>
              <a:off x="3778947" y="6005830"/>
              <a:ext cx="296148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6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Nébuleuse de l’Hélice, NASA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4456353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05FC7E-9F09-D62C-4CA3-7D4484B77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e 5">
            <a:extLst>
              <a:ext uri="{FF2B5EF4-FFF2-40B4-BE49-F238E27FC236}">
                <a16:creationId xmlns:a16="http://schemas.microsoft.com/office/drawing/2014/main" id="{67A09BAD-D2C5-5640-1ED7-35F79F2E95F4}"/>
              </a:ext>
            </a:extLst>
          </p:cNvPr>
          <p:cNvGrpSpPr/>
          <p:nvPr/>
        </p:nvGrpSpPr>
        <p:grpSpPr>
          <a:xfrm>
            <a:off x="304196" y="-1531438"/>
            <a:ext cx="11583608" cy="8023370"/>
            <a:chOff x="304196" y="-1531438"/>
            <a:chExt cx="11583608" cy="8023370"/>
          </a:xfrm>
        </p:grpSpPr>
        <p:grpSp>
          <p:nvGrpSpPr>
            <p:cNvPr id="7" name="Groupe 6">
              <a:extLst>
                <a:ext uri="{FF2B5EF4-FFF2-40B4-BE49-F238E27FC236}">
                  <a16:creationId xmlns:a16="http://schemas.microsoft.com/office/drawing/2014/main" id="{A9B8FAAA-DF60-AFB1-DEBC-E685727C085B}"/>
                </a:ext>
              </a:extLst>
            </p:cNvPr>
            <p:cNvGrpSpPr/>
            <p:nvPr/>
          </p:nvGrpSpPr>
          <p:grpSpPr>
            <a:xfrm>
              <a:off x="304196" y="-1531438"/>
              <a:ext cx="11583608" cy="8023370"/>
              <a:chOff x="304196" y="-1643836"/>
              <a:chExt cx="11583608" cy="8023370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15E8493-D7DB-D312-80F1-E7B7380139BF}"/>
                  </a:ext>
                </a:extLst>
              </p:cNvPr>
              <p:cNvSpPr/>
              <p:nvPr/>
            </p:nvSpPr>
            <p:spPr>
              <a:xfrm rot="16200000">
                <a:off x="1199876" y="-778466"/>
                <a:ext cx="1920048" cy="189307"/>
              </a:xfrm>
              <a:prstGeom prst="rect">
                <a:avLst/>
              </a:prstGeom>
              <a:blipFill>
                <a:blip r:embed="rId4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a:blip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FD0C751C-BA40-AA01-909A-DF12ABDB5A9B}"/>
                  </a:ext>
                </a:extLst>
              </p:cNvPr>
              <p:cNvSpPr/>
              <p:nvPr/>
            </p:nvSpPr>
            <p:spPr>
              <a:xfrm rot="16200000">
                <a:off x="9072074" y="-778465"/>
                <a:ext cx="1920048" cy="189307"/>
              </a:xfrm>
              <a:prstGeom prst="rect">
                <a:avLst/>
              </a:prstGeom>
              <a:blipFill>
                <a:blip r:embed="rId4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a:blip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1" name="Rectangle : coins arrondis 10">
                <a:extLst>
                  <a:ext uri="{FF2B5EF4-FFF2-40B4-BE49-F238E27FC236}">
                    <a16:creationId xmlns:a16="http://schemas.microsoft.com/office/drawing/2014/main" id="{9D8DE83F-66D3-0052-D58B-CC7C1556579C}"/>
                  </a:ext>
                </a:extLst>
              </p:cNvPr>
              <p:cNvSpPr/>
              <p:nvPr/>
            </p:nvSpPr>
            <p:spPr>
              <a:xfrm>
                <a:off x="304196" y="276214"/>
                <a:ext cx="11583608" cy="6103320"/>
              </a:xfrm>
              <a:prstGeom prst="round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</p:grpSp>
        <p:sp>
          <p:nvSpPr>
            <p:cNvPr id="8" name="ZoneTexte 7">
              <a:extLst>
                <a:ext uri="{FF2B5EF4-FFF2-40B4-BE49-F238E27FC236}">
                  <a16:creationId xmlns:a16="http://schemas.microsoft.com/office/drawing/2014/main" id="{8FE80C09-C6D4-6CA4-5D51-C7F47528BE54}"/>
                </a:ext>
              </a:extLst>
            </p:cNvPr>
            <p:cNvSpPr txBox="1"/>
            <p:nvPr/>
          </p:nvSpPr>
          <p:spPr>
            <a:xfrm>
              <a:off x="1662764" y="486342"/>
              <a:ext cx="8714508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8000" dirty="0">
                  <a:latin typeface="Comic Sans MS" panose="030F0902030302020204" pitchFamily="66" charset="0"/>
                </a:rPr>
                <a:t>Naine Blanche</a:t>
              </a:r>
            </a:p>
          </p:txBody>
        </p:sp>
      </p:grpSp>
      <p:pic>
        <p:nvPicPr>
          <p:cNvPr id="2" name="Picture 2" descr="Ça se passe là haut: Un modèle plus précis pour les naines blanches  ultra-massives">
            <a:extLst>
              <a:ext uri="{FF2B5EF4-FFF2-40B4-BE49-F238E27FC236}">
                <a16:creationId xmlns:a16="http://schemas.microsoft.com/office/drawing/2014/main" id="{3E4CCF6E-568F-432C-A87E-778482F4258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8451" t="659" r="19823" b="-659"/>
          <a:stretch>
            <a:fillRect/>
          </a:stretch>
        </p:blipFill>
        <p:spPr bwMode="auto">
          <a:xfrm>
            <a:off x="1595502" y="1681430"/>
            <a:ext cx="4424516" cy="4475966"/>
          </a:xfrm>
          <a:prstGeom prst="rect">
            <a:avLst/>
          </a:prstGeom>
          <a:noFill/>
          <a:effectLst>
            <a:softEdge rad="160421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FC349037-79D6-EA9C-9ED8-95AC63AFA341}"/>
              </a:ext>
            </a:extLst>
          </p:cNvPr>
          <p:cNvSpPr txBox="1"/>
          <p:nvPr/>
        </p:nvSpPr>
        <p:spPr>
          <a:xfrm>
            <a:off x="6335106" y="2184867"/>
            <a:ext cx="5154217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dirty="0">
                <a:latin typeface="Comic Sans MS" panose="030F0902030302020204" pitchFamily="66" charset="0"/>
              </a:rPr>
              <a:t>Plus petite qu’une naine rouge</a:t>
            </a:r>
          </a:p>
          <a:p>
            <a:r>
              <a:rPr lang="fr-FR" sz="4000" dirty="0">
                <a:latin typeface="Comic Sans MS" panose="030F0902030302020204" pitchFamily="66" charset="0"/>
              </a:rPr>
              <a:t>Mais très dense </a:t>
            </a:r>
          </a:p>
          <a:p>
            <a:pPr marL="571500" indent="-571500">
              <a:buFontTx/>
              <a:buChar char="-"/>
            </a:pPr>
            <a:endParaRPr lang="fr-FR" sz="4000" dirty="0">
              <a:latin typeface="Comic Sans MS" panose="030F0902030302020204" pitchFamily="66" charset="0"/>
            </a:endParaRPr>
          </a:p>
          <a:p>
            <a:endParaRPr lang="fr-FR" sz="4000" dirty="0">
              <a:latin typeface="Comic Sans MS" panose="030F09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766660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0241AF-7FE9-8120-43BD-70FA40B5E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e 6">
            <a:extLst>
              <a:ext uri="{FF2B5EF4-FFF2-40B4-BE49-F238E27FC236}">
                <a16:creationId xmlns:a16="http://schemas.microsoft.com/office/drawing/2014/main" id="{A3106EEF-F9B5-64B8-EA74-C28EB9A67F9B}"/>
              </a:ext>
            </a:extLst>
          </p:cNvPr>
          <p:cNvGrpSpPr/>
          <p:nvPr/>
        </p:nvGrpSpPr>
        <p:grpSpPr>
          <a:xfrm>
            <a:off x="304196" y="-1531438"/>
            <a:ext cx="11583608" cy="8023370"/>
            <a:chOff x="304196" y="-1643836"/>
            <a:chExt cx="11583608" cy="802337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75C8D24-7808-D26A-3283-8A842643E821}"/>
                </a:ext>
              </a:extLst>
            </p:cNvPr>
            <p:cNvSpPr/>
            <p:nvPr/>
          </p:nvSpPr>
          <p:spPr>
            <a:xfrm rot="16200000">
              <a:off x="1199876" y="-778466"/>
              <a:ext cx="1920048" cy="189307"/>
            </a:xfrm>
            <a:prstGeom prst="rect">
              <a:avLst/>
            </a:prstGeom>
            <a:blipFill>
              <a:blip r:embed="rId3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7C39A45-505E-3D3D-B794-6E47E78C63FC}"/>
                </a:ext>
              </a:extLst>
            </p:cNvPr>
            <p:cNvSpPr/>
            <p:nvPr/>
          </p:nvSpPr>
          <p:spPr>
            <a:xfrm rot="16200000">
              <a:off x="9072074" y="-778465"/>
              <a:ext cx="1920048" cy="189307"/>
            </a:xfrm>
            <a:prstGeom prst="rect">
              <a:avLst/>
            </a:prstGeom>
            <a:blipFill>
              <a:blip r:embed="rId3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1" name="Rectangle : coins arrondis 10">
              <a:extLst>
                <a:ext uri="{FF2B5EF4-FFF2-40B4-BE49-F238E27FC236}">
                  <a16:creationId xmlns:a16="http://schemas.microsoft.com/office/drawing/2014/main" id="{A7952418-EA00-E811-9CBA-6C5A058FADEE}"/>
                </a:ext>
              </a:extLst>
            </p:cNvPr>
            <p:cNvSpPr/>
            <p:nvPr/>
          </p:nvSpPr>
          <p:spPr>
            <a:xfrm>
              <a:off x="304196" y="276214"/>
              <a:ext cx="11583608" cy="6103320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</p:grpSp>
      <p:sp>
        <p:nvSpPr>
          <p:cNvPr id="3" name="Ellipse 2">
            <a:extLst>
              <a:ext uri="{FF2B5EF4-FFF2-40B4-BE49-F238E27FC236}">
                <a16:creationId xmlns:a16="http://schemas.microsoft.com/office/drawing/2014/main" id="{B97552FF-2418-3E25-59BA-801A932DA3BC}"/>
              </a:ext>
            </a:extLst>
          </p:cNvPr>
          <p:cNvSpPr>
            <a:spLocks noChangeAspect="1"/>
          </p:cNvSpPr>
          <p:nvPr/>
        </p:nvSpPr>
        <p:spPr>
          <a:xfrm>
            <a:off x="-769840" y="7352"/>
            <a:ext cx="6865840" cy="6865840"/>
          </a:xfrm>
          <a:prstGeom prst="ellipse">
            <a:avLst/>
          </a:prstGeom>
          <a:blipFill>
            <a:blip r:embed="rId4"/>
            <a:stretch>
              <a:fillRect/>
            </a:stretch>
          </a:blipFill>
          <a:effectLst>
            <a:softEdge rad="333949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23E08288-26FF-B94D-3FB8-ED28CFC80010}"/>
              </a:ext>
            </a:extLst>
          </p:cNvPr>
          <p:cNvSpPr>
            <a:spLocks noChangeAspect="1"/>
          </p:cNvSpPr>
          <p:nvPr/>
        </p:nvSpPr>
        <p:spPr>
          <a:xfrm>
            <a:off x="9586890" y="1545963"/>
            <a:ext cx="701107" cy="701107"/>
          </a:xfrm>
          <a:prstGeom prst="ellipse">
            <a:avLst/>
          </a:prstGeom>
          <a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24561F8E-D6EA-2B97-14C2-116DFDF8D6A4}"/>
              </a:ext>
            </a:extLst>
          </p:cNvPr>
          <p:cNvCxnSpPr>
            <a:cxnSpLocks/>
          </p:cNvCxnSpPr>
          <p:nvPr/>
        </p:nvCxnSpPr>
        <p:spPr>
          <a:xfrm>
            <a:off x="6096000" y="3429000"/>
            <a:ext cx="2218944" cy="0"/>
          </a:xfrm>
          <a:prstGeom prst="straightConnector1">
            <a:avLst/>
          </a:prstGeom>
          <a:ln w="206375" cap="rnd">
            <a:solidFill>
              <a:schemeClr val="tx1"/>
            </a:solidFill>
            <a:headEnd type="none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ZoneTexte 14">
            <a:extLst>
              <a:ext uri="{FF2B5EF4-FFF2-40B4-BE49-F238E27FC236}">
                <a16:creationId xmlns:a16="http://schemas.microsoft.com/office/drawing/2014/main" id="{8D1CFD44-36A5-FA27-69FD-FAB7D36EFDAA}"/>
              </a:ext>
            </a:extLst>
          </p:cNvPr>
          <p:cNvSpPr txBox="1"/>
          <p:nvPr/>
        </p:nvSpPr>
        <p:spPr>
          <a:xfrm>
            <a:off x="6668125" y="1631896"/>
            <a:ext cx="100382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800" dirty="0">
                <a:ln w="31750">
                  <a:solidFill>
                    <a:schemeClr val="tx1"/>
                  </a:solidFill>
                </a:ln>
                <a:solidFill>
                  <a:schemeClr val="bg1"/>
                </a:solidFill>
                <a:latin typeface="Comic Sans MS" panose="030F0902030302020204" pitchFamily="66" charset="0"/>
              </a:rPr>
              <a:t>?</a:t>
            </a:r>
          </a:p>
        </p:txBody>
      </p:sp>
      <p:pic>
        <p:nvPicPr>
          <p:cNvPr id="2" name="Picture 2" descr="Nébuleuse planétaire — Wikipédia">
            <a:extLst>
              <a:ext uri="{FF2B5EF4-FFF2-40B4-BE49-F238E27FC236}">
                <a16:creationId xmlns:a16="http://schemas.microsoft.com/office/drawing/2014/main" id="{F00270A5-B53D-6B31-4911-66C4973E267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3289" b="8850"/>
          <a:stretch>
            <a:fillRect/>
          </a:stretch>
        </p:blipFill>
        <p:spPr bwMode="auto">
          <a:xfrm>
            <a:off x="8210308" y="3528760"/>
            <a:ext cx="3454269" cy="2689514"/>
          </a:xfrm>
          <a:prstGeom prst="rect">
            <a:avLst/>
          </a:prstGeom>
          <a:noFill/>
          <a:effectLst>
            <a:softEdge rad="213894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E9AD583F-643B-4E13-CDB8-983D2E12FB02}"/>
              </a:ext>
            </a:extLst>
          </p:cNvPr>
          <p:cNvSpPr txBox="1"/>
          <p:nvPr/>
        </p:nvSpPr>
        <p:spPr>
          <a:xfrm>
            <a:off x="9425647" y="2117926"/>
            <a:ext cx="994094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500" dirty="0">
                <a:ln w="25400">
                  <a:solidFill>
                    <a:schemeClr val="dk1"/>
                  </a:solidFill>
                </a:ln>
                <a:solidFill>
                  <a:schemeClr val="bg1"/>
                </a:solidFill>
              </a:rPr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368924057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15" grpId="0"/>
      <p:bldP spid="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806967-F68A-7900-9363-DDE2F9271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e 6">
            <a:extLst>
              <a:ext uri="{FF2B5EF4-FFF2-40B4-BE49-F238E27FC236}">
                <a16:creationId xmlns:a16="http://schemas.microsoft.com/office/drawing/2014/main" id="{E223B302-25E9-7804-11D7-D5805612DE68}"/>
              </a:ext>
            </a:extLst>
          </p:cNvPr>
          <p:cNvGrpSpPr/>
          <p:nvPr/>
        </p:nvGrpSpPr>
        <p:grpSpPr>
          <a:xfrm>
            <a:off x="304196" y="-1531438"/>
            <a:ext cx="11583608" cy="8023370"/>
            <a:chOff x="304196" y="-1643836"/>
            <a:chExt cx="11583608" cy="802337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A051D4D-A3C6-3CCD-4269-1B7FDED38FA8}"/>
                </a:ext>
              </a:extLst>
            </p:cNvPr>
            <p:cNvSpPr/>
            <p:nvPr/>
          </p:nvSpPr>
          <p:spPr>
            <a:xfrm rot="16200000">
              <a:off x="1199876" y="-778466"/>
              <a:ext cx="1920048" cy="189307"/>
            </a:xfrm>
            <a:prstGeom prst="rect">
              <a:avLst/>
            </a:prstGeom>
            <a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C9514F8-26C7-7026-2915-476CAAEF2A8D}"/>
                </a:ext>
              </a:extLst>
            </p:cNvPr>
            <p:cNvSpPr/>
            <p:nvPr/>
          </p:nvSpPr>
          <p:spPr>
            <a:xfrm rot="16200000">
              <a:off x="9072074" y="-778465"/>
              <a:ext cx="1920048" cy="189307"/>
            </a:xfrm>
            <a:prstGeom prst="rect">
              <a:avLst/>
            </a:prstGeom>
            <a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1" name="Rectangle : coins arrondis 10">
              <a:extLst>
                <a:ext uri="{FF2B5EF4-FFF2-40B4-BE49-F238E27FC236}">
                  <a16:creationId xmlns:a16="http://schemas.microsoft.com/office/drawing/2014/main" id="{DC87C372-2A33-22E1-6B21-395838905007}"/>
                </a:ext>
              </a:extLst>
            </p:cNvPr>
            <p:cNvSpPr/>
            <p:nvPr/>
          </p:nvSpPr>
          <p:spPr>
            <a:xfrm>
              <a:off x="304196" y="276214"/>
              <a:ext cx="11583608" cy="6103320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</p:grpSp>
      <p:sp>
        <p:nvSpPr>
          <p:cNvPr id="44" name="Rouge 1">
            <a:extLst>
              <a:ext uri="{FF2B5EF4-FFF2-40B4-BE49-F238E27FC236}">
                <a16:creationId xmlns:a16="http://schemas.microsoft.com/office/drawing/2014/main" id="{D4F87BB5-5002-15A7-E11A-37EFFB68C5E7}"/>
              </a:ext>
            </a:extLst>
          </p:cNvPr>
          <p:cNvSpPr>
            <a:spLocks noChangeAspect="1"/>
          </p:cNvSpPr>
          <p:nvPr/>
        </p:nvSpPr>
        <p:spPr>
          <a:xfrm>
            <a:off x="3403204" y="735824"/>
            <a:ext cx="5408896" cy="5408896"/>
          </a:xfrm>
          <a:prstGeom prst="ellipse">
            <a:avLst/>
          </a:prstGeom>
          <a:solidFill>
            <a:srgbClr val="C00000"/>
          </a:solidFill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45385BEC-A448-6562-2BDA-4AC6675CD71A}"/>
              </a:ext>
            </a:extLst>
          </p:cNvPr>
          <p:cNvSpPr>
            <a:spLocks noChangeAspect="1"/>
          </p:cNvSpPr>
          <p:nvPr/>
        </p:nvSpPr>
        <p:spPr>
          <a:xfrm>
            <a:off x="5582300" y="2915300"/>
            <a:ext cx="1027400" cy="1027400"/>
          </a:xfrm>
          <a:prstGeom prst="ellipse">
            <a:avLst/>
          </a:prstGeom>
          <a:solidFill>
            <a:srgbClr val="FFFF00"/>
          </a:solidFill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07C2233D-7D88-8852-D126-B631671AB832}"/>
              </a:ext>
            </a:extLst>
          </p:cNvPr>
          <p:cNvSpPr>
            <a:spLocks noChangeAspect="1"/>
          </p:cNvSpPr>
          <p:nvPr/>
        </p:nvSpPr>
        <p:spPr>
          <a:xfrm>
            <a:off x="5838388" y="3171388"/>
            <a:ext cx="515224" cy="515224"/>
          </a:xfrm>
          <a:prstGeom prst="ellipse">
            <a:avLst/>
          </a:prstGeom>
          <a:solidFill>
            <a:srgbClr val="E8F7FF"/>
          </a:solidFill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14" name="Connecteur en angle 13">
            <a:extLst>
              <a:ext uri="{FF2B5EF4-FFF2-40B4-BE49-F238E27FC236}">
                <a16:creationId xmlns:a16="http://schemas.microsoft.com/office/drawing/2014/main" id="{8B676030-434F-6B5C-E1A5-DEAD04D15392}"/>
              </a:ext>
            </a:extLst>
          </p:cNvPr>
          <p:cNvCxnSpPr>
            <a:cxnSpLocks/>
          </p:cNvCxnSpPr>
          <p:nvPr/>
        </p:nvCxnSpPr>
        <p:spPr>
          <a:xfrm>
            <a:off x="2443011" y="1690312"/>
            <a:ext cx="3531069" cy="1749960"/>
          </a:xfrm>
          <a:prstGeom prst="bentConnector3">
            <a:avLst/>
          </a:prstGeom>
          <a:ln w="349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en angle 15">
            <a:extLst>
              <a:ext uri="{FF2B5EF4-FFF2-40B4-BE49-F238E27FC236}">
                <a16:creationId xmlns:a16="http://schemas.microsoft.com/office/drawing/2014/main" id="{1C90D963-06EC-9514-AFF4-EC25B96CFB98}"/>
              </a:ext>
            </a:extLst>
          </p:cNvPr>
          <p:cNvCxnSpPr>
            <a:cxnSpLocks/>
          </p:cNvCxnSpPr>
          <p:nvPr/>
        </p:nvCxnSpPr>
        <p:spPr>
          <a:xfrm>
            <a:off x="2443011" y="2800147"/>
            <a:ext cx="3435569" cy="886465"/>
          </a:xfrm>
          <a:prstGeom prst="bentConnector3">
            <a:avLst>
              <a:gd name="adj1" fmla="val 40773"/>
            </a:avLst>
          </a:prstGeom>
          <a:ln w="349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E684D9CD-5D85-AF3C-34BF-059B746BD451}"/>
              </a:ext>
            </a:extLst>
          </p:cNvPr>
          <p:cNvCxnSpPr>
            <a:cxnSpLocks/>
          </p:cNvCxnSpPr>
          <p:nvPr/>
        </p:nvCxnSpPr>
        <p:spPr>
          <a:xfrm>
            <a:off x="2443011" y="4718304"/>
            <a:ext cx="1784487" cy="0"/>
          </a:xfrm>
          <a:prstGeom prst="line">
            <a:avLst/>
          </a:prstGeom>
          <a:ln w="349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ZoneTexte 38">
            <a:extLst>
              <a:ext uri="{FF2B5EF4-FFF2-40B4-BE49-F238E27FC236}">
                <a16:creationId xmlns:a16="http://schemas.microsoft.com/office/drawing/2014/main" id="{6D6437BF-CE6D-AABB-42AB-E8A2042C3A4A}"/>
              </a:ext>
            </a:extLst>
          </p:cNvPr>
          <p:cNvSpPr txBox="1"/>
          <p:nvPr/>
        </p:nvSpPr>
        <p:spPr>
          <a:xfrm>
            <a:off x="530944" y="1428702"/>
            <a:ext cx="12587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/>
              <a:t>Noyau</a:t>
            </a:r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3A5060F3-4FAE-AFE2-F074-682B89B5B039}"/>
              </a:ext>
            </a:extLst>
          </p:cNvPr>
          <p:cNvSpPr txBox="1"/>
          <p:nvPr/>
        </p:nvSpPr>
        <p:spPr>
          <a:xfrm>
            <a:off x="530944" y="4226562"/>
            <a:ext cx="2218944" cy="861774"/>
          </a:xfrm>
          <a:prstGeom prst="rect">
            <a:avLst/>
          </a:prstGeom>
          <a:noFill/>
        </p:spPr>
        <p:txBody>
          <a:bodyPr wrap="square" tIns="0" bIns="0" rtlCol="0">
            <a:spAutoFit/>
          </a:bodyPr>
          <a:lstStyle/>
          <a:p>
            <a:pPr defTabSz="313200"/>
            <a:r>
              <a:rPr lang="fr-FR" sz="2800" dirty="0"/>
              <a:t>Zone de convection</a:t>
            </a:r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FD24F341-B5A8-302C-FFB1-74120BD4E428}"/>
              </a:ext>
            </a:extLst>
          </p:cNvPr>
          <p:cNvSpPr txBox="1"/>
          <p:nvPr/>
        </p:nvSpPr>
        <p:spPr>
          <a:xfrm>
            <a:off x="530944" y="2289272"/>
            <a:ext cx="179887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13200"/>
            <a:r>
              <a:rPr lang="fr-FR" sz="2800" dirty="0"/>
              <a:t>Coquille de fusion</a:t>
            </a:r>
          </a:p>
        </p:txBody>
      </p:sp>
      <p:cxnSp>
        <p:nvCxnSpPr>
          <p:cNvPr id="3" name="Connecteur en angle 2">
            <a:extLst>
              <a:ext uri="{FF2B5EF4-FFF2-40B4-BE49-F238E27FC236}">
                <a16:creationId xmlns:a16="http://schemas.microsoft.com/office/drawing/2014/main" id="{6C2E612E-3C5E-9674-AE6E-83DDA9BE394B}"/>
              </a:ext>
            </a:extLst>
          </p:cNvPr>
          <p:cNvCxnSpPr>
            <a:cxnSpLocks/>
          </p:cNvCxnSpPr>
          <p:nvPr/>
        </p:nvCxnSpPr>
        <p:spPr>
          <a:xfrm rot="10800000" flipV="1">
            <a:off x="6217924" y="2915300"/>
            <a:ext cx="1306282" cy="513700"/>
          </a:xfrm>
          <a:prstGeom prst="bentConnector3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ZoneTexte 11">
            <a:extLst>
              <a:ext uri="{FF2B5EF4-FFF2-40B4-BE49-F238E27FC236}">
                <a16:creationId xmlns:a16="http://schemas.microsoft.com/office/drawing/2014/main" id="{3A23DD25-2737-A7BF-9A1D-8892963B5107}"/>
              </a:ext>
            </a:extLst>
          </p:cNvPr>
          <p:cNvSpPr txBox="1"/>
          <p:nvPr/>
        </p:nvSpPr>
        <p:spPr>
          <a:xfrm>
            <a:off x="7528871" y="2648168"/>
            <a:ext cx="22434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/>
              <a:t>Naine blanche</a:t>
            </a:r>
          </a:p>
        </p:txBody>
      </p:sp>
    </p:spTree>
    <p:extLst>
      <p:ext uri="{BB962C8B-B14F-4D97-AF65-F5344CB8AC3E}">
        <p14:creationId xmlns:p14="http://schemas.microsoft.com/office/powerpoint/2010/main" val="351029670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44" grpId="1" animBg="1"/>
      <p:bldP spid="6" grpId="0" animBg="1"/>
      <p:bldP spid="6" grpId="1" animBg="1"/>
      <p:bldP spid="8" grpId="0" animBg="1"/>
      <p:bldP spid="39" grpId="0"/>
      <p:bldP spid="39" grpId="1"/>
      <p:bldP spid="40" grpId="0"/>
      <p:bldP spid="40" grpId="1"/>
      <p:bldP spid="41" grpId="0"/>
      <p:bldP spid="41" grpId="1"/>
      <p:bldP spid="1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C0686C-4EDC-4D53-F3B7-3FCFCD7E0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e 17">
            <a:extLst>
              <a:ext uri="{FF2B5EF4-FFF2-40B4-BE49-F238E27FC236}">
                <a16:creationId xmlns:a16="http://schemas.microsoft.com/office/drawing/2014/main" id="{46AD9B97-8D0C-2643-414F-8E9A02B54757}"/>
              </a:ext>
            </a:extLst>
          </p:cNvPr>
          <p:cNvGrpSpPr/>
          <p:nvPr/>
        </p:nvGrpSpPr>
        <p:grpSpPr>
          <a:xfrm>
            <a:off x="304196" y="-1531438"/>
            <a:ext cx="11583608" cy="8023370"/>
            <a:chOff x="304196" y="-1643836"/>
            <a:chExt cx="11583608" cy="802337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BE2B29E-7479-A195-6D2B-0F2392A73A0B}"/>
                </a:ext>
              </a:extLst>
            </p:cNvPr>
            <p:cNvSpPr/>
            <p:nvPr/>
          </p:nvSpPr>
          <p:spPr>
            <a:xfrm rot="16200000">
              <a:off x="1199876" y="-778466"/>
              <a:ext cx="1920048" cy="189307"/>
            </a:xfrm>
            <a:prstGeom prst="rect">
              <a:avLst/>
            </a:prstGeom>
            <a:blipFill>
              <a:blip r:embed="rId3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1B69631-AF6C-C8CC-6148-3C71F623C23D}"/>
                </a:ext>
              </a:extLst>
            </p:cNvPr>
            <p:cNvSpPr/>
            <p:nvPr/>
          </p:nvSpPr>
          <p:spPr>
            <a:xfrm rot="16200000">
              <a:off x="9072074" y="-778465"/>
              <a:ext cx="1920048" cy="189307"/>
            </a:xfrm>
            <a:prstGeom prst="rect">
              <a:avLst/>
            </a:prstGeom>
            <a:blipFill>
              <a:blip r:embed="rId3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" name="Rectangle : coins arrondis 4">
              <a:extLst>
                <a:ext uri="{FF2B5EF4-FFF2-40B4-BE49-F238E27FC236}">
                  <a16:creationId xmlns:a16="http://schemas.microsoft.com/office/drawing/2014/main" id="{4A134862-49A1-F7A4-4F2A-13EED4FD74C6}"/>
                </a:ext>
              </a:extLst>
            </p:cNvPr>
            <p:cNvSpPr/>
            <p:nvPr/>
          </p:nvSpPr>
          <p:spPr>
            <a:xfrm>
              <a:off x="304196" y="276214"/>
              <a:ext cx="11583608" cy="6103320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</p:grp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764941E3-3065-1BE4-33B8-DF99D07F55B1}"/>
              </a:ext>
            </a:extLst>
          </p:cNvPr>
          <p:cNvGrpSpPr/>
          <p:nvPr/>
        </p:nvGrpSpPr>
        <p:grpSpPr>
          <a:xfrm>
            <a:off x="2833810" y="1250749"/>
            <a:ext cx="6524380" cy="4379045"/>
            <a:chOff x="2567696" y="1907515"/>
            <a:chExt cx="6524380" cy="4379045"/>
          </a:xfrm>
        </p:grpSpPr>
        <p:sp>
          <p:nvSpPr>
            <p:cNvPr id="4" name="Ellipse 3">
              <a:extLst>
                <a:ext uri="{FF2B5EF4-FFF2-40B4-BE49-F238E27FC236}">
                  <a16:creationId xmlns:a16="http://schemas.microsoft.com/office/drawing/2014/main" id="{F2ACF237-0248-C904-7CEF-1E026E629A0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449256" y="1978154"/>
              <a:ext cx="1064711" cy="106470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6" name="Ellipse 5">
              <a:extLst>
                <a:ext uri="{FF2B5EF4-FFF2-40B4-BE49-F238E27FC236}">
                  <a16:creationId xmlns:a16="http://schemas.microsoft.com/office/drawing/2014/main" id="{6F955DA7-01D9-4DC9-1449-86857065CC2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170080" y="3754242"/>
              <a:ext cx="1064709" cy="1064709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7" name="Ellipse 6">
              <a:extLst>
                <a:ext uri="{FF2B5EF4-FFF2-40B4-BE49-F238E27FC236}">
                  <a16:creationId xmlns:a16="http://schemas.microsoft.com/office/drawing/2014/main" id="{A6BECBE7-CF49-D53E-18F3-FF8764A2671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051312" y="4156240"/>
              <a:ext cx="662713" cy="662713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9" name="Ellipse 8">
              <a:extLst>
                <a:ext uri="{FF2B5EF4-FFF2-40B4-BE49-F238E27FC236}">
                  <a16:creationId xmlns:a16="http://schemas.microsoft.com/office/drawing/2014/main" id="{DF03A439-FFD9-DD4F-707C-97567E64F18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263619" y="2393331"/>
              <a:ext cx="1299060" cy="129906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0" name="Ellipse 9">
              <a:extLst>
                <a:ext uri="{FF2B5EF4-FFF2-40B4-BE49-F238E27FC236}">
                  <a16:creationId xmlns:a16="http://schemas.microsoft.com/office/drawing/2014/main" id="{FA912401-C147-837A-2B4F-17C8D376F48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157736" y="3268195"/>
              <a:ext cx="331357" cy="33135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b="1" dirty="0"/>
            </a:p>
          </p:txBody>
        </p:sp>
        <p:sp>
          <p:nvSpPr>
            <p:cNvPr id="11" name="Ellipse 10">
              <a:extLst>
                <a:ext uri="{FF2B5EF4-FFF2-40B4-BE49-F238E27FC236}">
                  <a16:creationId xmlns:a16="http://schemas.microsoft.com/office/drawing/2014/main" id="{B859080F-BFC4-F83C-45B6-BD464DF29C0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097939" y="4487596"/>
              <a:ext cx="331357" cy="331357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3" name="Ellipse 12">
              <a:extLst>
                <a:ext uri="{FF2B5EF4-FFF2-40B4-BE49-F238E27FC236}">
                  <a16:creationId xmlns:a16="http://schemas.microsoft.com/office/drawing/2014/main" id="{439030AC-E661-8682-E54D-EA0630F811C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55108" y="4818953"/>
              <a:ext cx="460585" cy="460585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4" name="Ellipse 13">
              <a:extLst>
                <a:ext uri="{FF2B5EF4-FFF2-40B4-BE49-F238E27FC236}">
                  <a16:creationId xmlns:a16="http://schemas.microsoft.com/office/drawing/2014/main" id="{C8732494-9296-B7A3-E9F6-ECECC262F2A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335178" y="5279537"/>
              <a:ext cx="1007023" cy="100702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6" name="Ellipse 15">
              <a:extLst>
                <a:ext uri="{FF2B5EF4-FFF2-40B4-BE49-F238E27FC236}">
                  <a16:creationId xmlns:a16="http://schemas.microsoft.com/office/drawing/2014/main" id="{7A94481E-AA24-F0C9-F180-E0ECCD490F5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651816" y="4883000"/>
              <a:ext cx="662713" cy="662713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21" name="Ellipse 20">
              <a:extLst>
                <a:ext uri="{FF2B5EF4-FFF2-40B4-BE49-F238E27FC236}">
                  <a16:creationId xmlns:a16="http://schemas.microsoft.com/office/drawing/2014/main" id="{34FBECBA-302F-F0D7-DA87-6960767DA90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909616" y="1907515"/>
              <a:ext cx="326546" cy="326546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8" name="Ellipse 7">
              <a:extLst>
                <a:ext uri="{FF2B5EF4-FFF2-40B4-BE49-F238E27FC236}">
                  <a16:creationId xmlns:a16="http://schemas.microsoft.com/office/drawing/2014/main" id="{BEBBD046-B434-F5DA-CC04-246373E4A8A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017180" y="3599552"/>
              <a:ext cx="825058" cy="825056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2" name="Ellipse 11">
              <a:extLst>
                <a:ext uri="{FF2B5EF4-FFF2-40B4-BE49-F238E27FC236}">
                  <a16:creationId xmlns:a16="http://schemas.microsoft.com/office/drawing/2014/main" id="{B8695D7C-9A02-3281-46C3-A9A3BD1AB65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008430" y="2015802"/>
              <a:ext cx="331357" cy="33135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9" name="Ellipse 18">
              <a:extLst>
                <a:ext uri="{FF2B5EF4-FFF2-40B4-BE49-F238E27FC236}">
                  <a16:creationId xmlns:a16="http://schemas.microsoft.com/office/drawing/2014/main" id="{441B4137-379B-349A-BBAF-E43241CC460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04401" y="5843881"/>
              <a:ext cx="331357" cy="33135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23" name="Ellipse 22">
              <a:extLst>
                <a:ext uri="{FF2B5EF4-FFF2-40B4-BE49-F238E27FC236}">
                  <a16:creationId xmlns:a16="http://schemas.microsoft.com/office/drawing/2014/main" id="{1B24D99C-6816-EB68-5C28-FBEC4720DFF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676559" y="5292591"/>
              <a:ext cx="331357" cy="331357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24" name="Ellipse 23">
              <a:extLst>
                <a:ext uri="{FF2B5EF4-FFF2-40B4-BE49-F238E27FC236}">
                  <a16:creationId xmlns:a16="http://schemas.microsoft.com/office/drawing/2014/main" id="{7843C694-9CC8-F19A-8847-B97BE35BAAD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140141" y="2153625"/>
              <a:ext cx="536418" cy="536418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25" name="Ellipse 24">
              <a:extLst>
                <a:ext uri="{FF2B5EF4-FFF2-40B4-BE49-F238E27FC236}">
                  <a16:creationId xmlns:a16="http://schemas.microsoft.com/office/drawing/2014/main" id="{40AE018A-830B-51CF-2954-B967F46D0F1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555658" y="3063134"/>
              <a:ext cx="536418" cy="536418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26" name="Ellipse 25">
              <a:extLst>
                <a:ext uri="{FF2B5EF4-FFF2-40B4-BE49-F238E27FC236}">
                  <a16:creationId xmlns:a16="http://schemas.microsoft.com/office/drawing/2014/main" id="{8846E212-DF2C-2FB9-234F-C0CADD0AF9B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567696" y="4717321"/>
              <a:ext cx="331357" cy="33135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27" name="Ellipse 26">
              <a:extLst>
                <a:ext uri="{FF2B5EF4-FFF2-40B4-BE49-F238E27FC236}">
                  <a16:creationId xmlns:a16="http://schemas.microsoft.com/office/drawing/2014/main" id="{E4207D54-C914-4C23-6953-740CEBAB6A3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095073" y="4930879"/>
              <a:ext cx="460585" cy="460585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</p:grpSp>
      <p:sp>
        <p:nvSpPr>
          <p:cNvPr id="22" name="Ellipse 21">
            <a:extLst>
              <a:ext uri="{FF2B5EF4-FFF2-40B4-BE49-F238E27FC236}">
                <a16:creationId xmlns:a16="http://schemas.microsoft.com/office/drawing/2014/main" id="{D6031CAF-EB05-063E-CE20-00D32E80C17C}"/>
              </a:ext>
            </a:extLst>
          </p:cNvPr>
          <p:cNvSpPr>
            <a:spLocks noChangeAspect="1"/>
          </p:cNvSpPr>
          <p:nvPr/>
        </p:nvSpPr>
        <p:spPr>
          <a:xfrm>
            <a:off x="4520157" y="5246345"/>
            <a:ext cx="331357" cy="331357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  <p:sp>
        <p:nvSpPr>
          <p:cNvPr id="29" name="Ellipse 28">
            <a:extLst>
              <a:ext uri="{FF2B5EF4-FFF2-40B4-BE49-F238E27FC236}">
                <a16:creationId xmlns:a16="http://schemas.microsoft.com/office/drawing/2014/main" id="{9FFCAA7B-AB97-2668-300F-E28C8402CC61}"/>
              </a:ext>
            </a:extLst>
          </p:cNvPr>
          <p:cNvSpPr>
            <a:spLocks noChangeAspect="1"/>
          </p:cNvSpPr>
          <p:nvPr/>
        </p:nvSpPr>
        <p:spPr>
          <a:xfrm>
            <a:off x="6917929" y="809903"/>
            <a:ext cx="331357" cy="331357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0" name="Ellipse 29">
            <a:extLst>
              <a:ext uri="{FF2B5EF4-FFF2-40B4-BE49-F238E27FC236}">
                <a16:creationId xmlns:a16="http://schemas.microsoft.com/office/drawing/2014/main" id="{613AFCFE-A5FF-B54D-D670-BECBCE868063}"/>
              </a:ext>
            </a:extLst>
          </p:cNvPr>
          <p:cNvSpPr>
            <a:spLocks noChangeAspect="1"/>
          </p:cNvSpPr>
          <p:nvPr/>
        </p:nvSpPr>
        <p:spPr>
          <a:xfrm>
            <a:off x="2726087" y="2444284"/>
            <a:ext cx="460585" cy="460585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1" name="Ellipse 30">
            <a:extLst>
              <a:ext uri="{FF2B5EF4-FFF2-40B4-BE49-F238E27FC236}">
                <a16:creationId xmlns:a16="http://schemas.microsoft.com/office/drawing/2014/main" id="{2B6EE8B5-A221-2590-EE97-38A9E32DB5BB}"/>
              </a:ext>
            </a:extLst>
          </p:cNvPr>
          <p:cNvSpPr>
            <a:spLocks noChangeAspect="1"/>
          </p:cNvSpPr>
          <p:nvPr/>
        </p:nvSpPr>
        <p:spPr>
          <a:xfrm>
            <a:off x="9026833" y="1193357"/>
            <a:ext cx="662713" cy="662713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2" name="Ellipse 31">
            <a:extLst>
              <a:ext uri="{FF2B5EF4-FFF2-40B4-BE49-F238E27FC236}">
                <a16:creationId xmlns:a16="http://schemas.microsoft.com/office/drawing/2014/main" id="{388B05EF-2385-D044-88D4-5080A1F3410A}"/>
              </a:ext>
            </a:extLst>
          </p:cNvPr>
          <p:cNvSpPr>
            <a:spLocks noChangeAspect="1"/>
          </p:cNvSpPr>
          <p:nvPr/>
        </p:nvSpPr>
        <p:spPr>
          <a:xfrm>
            <a:off x="6695410" y="3059242"/>
            <a:ext cx="331357" cy="331357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3" name="Ellipse 32">
            <a:extLst>
              <a:ext uri="{FF2B5EF4-FFF2-40B4-BE49-F238E27FC236}">
                <a16:creationId xmlns:a16="http://schemas.microsoft.com/office/drawing/2014/main" id="{9592DC53-031C-647A-BA6A-CCC93F6301E6}"/>
              </a:ext>
            </a:extLst>
          </p:cNvPr>
          <p:cNvSpPr>
            <a:spLocks noChangeAspect="1"/>
          </p:cNvSpPr>
          <p:nvPr/>
        </p:nvSpPr>
        <p:spPr>
          <a:xfrm>
            <a:off x="5435613" y="2406368"/>
            <a:ext cx="331357" cy="331357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4" name="Ellipse 33">
            <a:extLst>
              <a:ext uri="{FF2B5EF4-FFF2-40B4-BE49-F238E27FC236}">
                <a16:creationId xmlns:a16="http://schemas.microsoft.com/office/drawing/2014/main" id="{FBE4F05C-B9A8-E6D4-6EB4-B08946F95DFE}"/>
              </a:ext>
            </a:extLst>
          </p:cNvPr>
          <p:cNvSpPr>
            <a:spLocks noChangeAspect="1"/>
          </p:cNvSpPr>
          <p:nvPr/>
        </p:nvSpPr>
        <p:spPr>
          <a:xfrm>
            <a:off x="5524274" y="764699"/>
            <a:ext cx="536418" cy="53641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5" name="Ellipse 34">
            <a:extLst>
              <a:ext uri="{FF2B5EF4-FFF2-40B4-BE49-F238E27FC236}">
                <a16:creationId xmlns:a16="http://schemas.microsoft.com/office/drawing/2014/main" id="{95A163F9-FDA0-C657-6DBE-B7654BF7684B}"/>
              </a:ext>
            </a:extLst>
          </p:cNvPr>
          <p:cNvSpPr>
            <a:spLocks noChangeAspect="1"/>
          </p:cNvSpPr>
          <p:nvPr/>
        </p:nvSpPr>
        <p:spPr>
          <a:xfrm>
            <a:off x="6731119" y="5629794"/>
            <a:ext cx="536418" cy="53641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7" name="Ellipse 36">
            <a:extLst>
              <a:ext uri="{FF2B5EF4-FFF2-40B4-BE49-F238E27FC236}">
                <a16:creationId xmlns:a16="http://schemas.microsoft.com/office/drawing/2014/main" id="{D0F8DB27-8FA3-9F72-7689-970746028653}"/>
              </a:ext>
            </a:extLst>
          </p:cNvPr>
          <p:cNvSpPr>
            <a:spLocks noChangeAspect="1"/>
          </p:cNvSpPr>
          <p:nvPr/>
        </p:nvSpPr>
        <p:spPr>
          <a:xfrm>
            <a:off x="8232653" y="4875123"/>
            <a:ext cx="331357" cy="331357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8" name="Ellipse 37">
            <a:extLst>
              <a:ext uri="{FF2B5EF4-FFF2-40B4-BE49-F238E27FC236}">
                <a16:creationId xmlns:a16="http://schemas.microsoft.com/office/drawing/2014/main" id="{06499D55-E51D-C0A4-7ABF-1BBA1446D546}"/>
              </a:ext>
            </a:extLst>
          </p:cNvPr>
          <p:cNvSpPr>
            <a:spLocks noChangeAspect="1"/>
          </p:cNvSpPr>
          <p:nvPr/>
        </p:nvSpPr>
        <p:spPr>
          <a:xfrm>
            <a:off x="2842468" y="5097439"/>
            <a:ext cx="1064711" cy="1064709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7885585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0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60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70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800"/>
                            </p:stCondLst>
                            <p:childTnLst>
                              <p:par>
                                <p:cTn id="36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100"/>
                            </p:stCondLst>
                            <p:childTnLst>
                              <p:par>
                                <p:cTn id="39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200"/>
                            </p:stCondLst>
                            <p:childTnLst>
                              <p:par>
                                <p:cTn id="4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7" grpId="0" animBg="1"/>
      <p:bldP spid="3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49D6C9-2912-A73D-560B-40DC36C65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e 5">
            <a:extLst>
              <a:ext uri="{FF2B5EF4-FFF2-40B4-BE49-F238E27FC236}">
                <a16:creationId xmlns:a16="http://schemas.microsoft.com/office/drawing/2014/main" id="{2E1BAE15-5167-CF44-8971-3DD015EC00C0}"/>
              </a:ext>
            </a:extLst>
          </p:cNvPr>
          <p:cNvGrpSpPr/>
          <p:nvPr/>
        </p:nvGrpSpPr>
        <p:grpSpPr>
          <a:xfrm>
            <a:off x="304196" y="-1531438"/>
            <a:ext cx="11583608" cy="8023370"/>
            <a:chOff x="304196" y="-1531438"/>
            <a:chExt cx="11583608" cy="8023370"/>
          </a:xfrm>
        </p:grpSpPr>
        <p:grpSp>
          <p:nvGrpSpPr>
            <p:cNvPr id="7" name="Groupe 6">
              <a:extLst>
                <a:ext uri="{FF2B5EF4-FFF2-40B4-BE49-F238E27FC236}">
                  <a16:creationId xmlns:a16="http://schemas.microsoft.com/office/drawing/2014/main" id="{E826E4B2-83A8-CCC2-2E9A-C370E590FA13}"/>
                </a:ext>
              </a:extLst>
            </p:cNvPr>
            <p:cNvGrpSpPr/>
            <p:nvPr/>
          </p:nvGrpSpPr>
          <p:grpSpPr>
            <a:xfrm>
              <a:off x="304196" y="-1531438"/>
              <a:ext cx="11583608" cy="8023370"/>
              <a:chOff x="304196" y="-1643836"/>
              <a:chExt cx="11583608" cy="8023370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AF2A1F8F-CA25-0E33-16B6-A036E718CB66}"/>
                  </a:ext>
                </a:extLst>
              </p:cNvPr>
              <p:cNvSpPr/>
              <p:nvPr/>
            </p:nvSpPr>
            <p:spPr>
              <a:xfrm rot="16200000">
                <a:off x="1199876" y="-778466"/>
                <a:ext cx="1920048" cy="189307"/>
              </a:xfrm>
              <a:prstGeom prst="rect">
                <a:avLst/>
              </a:prstGeom>
              <a:blipFill>
                <a:blip r:embed="rId3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a:blip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4625D041-548C-1414-FB51-10C624F7FA5A}"/>
                  </a:ext>
                </a:extLst>
              </p:cNvPr>
              <p:cNvSpPr/>
              <p:nvPr/>
            </p:nvSpPr>
            <p:spPr>
              <a:xfrm rot="16200000">
                <a:off x="9072074" y="-778465"/>
                <a:ext cx="1920048" cy="189307"/>
              </a:xfrm>
              <a:prstGeom prst="rect">
                <a:avLst/>
              </a:prstGeom>
              <a:blipFill>
                <a:blip r:embed="rId3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a:blip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1" name="Rectangle : coins arrondis 10">
                <a:extLst>
                  <a:ext uri="{FF2B5EF4-FFF2-40B4-BE49-F238E27FC236}">
                    <a16:creationId xmlns:a16="http://schemas.microsoft.com/office/drawing/2014/main" id="{190921DC-CDCE-86C9-C93C-728373C0B2CE}"/>
                  </a:ext>
                </a:extLst>
              </p:cNvPr>
              <p:cNvSpPr/>
              <p:nvPr/>
            </p:nvSpPr>
            <p:spPr>
              <a:xfrm>
                <a:off x="304196" y="276214"/>
                <a:ext cx="11583608" cy="6103320"/>
              </a:xfrm>
              <a:prstGeom prst="round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</p:grpSp>
        <p:sp>
          <p:nvSpPr>
            <p:cNvPr id="8" name="ZoneTexte 7">
              <a:extLst>
                <a:ext uri="{FF2B5EF4-FFF2-40B4-BE49-F238E27FC236}">
                  <a16:creationId xmlns:a16="http://schemas.microsoft.com/office/drawing/2014/main" id="{B249B68A-1398-1606-5ED3-DA77FEE57FBF}"/>
                </a:ext>
              </a:extLst>
            </p:cNvPr>
            <p:cNvSpPr txBox="1"/>
            <p:nvPr/>
          </p:nvSpPr>
          <p:spPr>
            <a:xfrm>
              <a:off x="1662764" y="486342"/>
              <a:ext cx="8714508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7200" dirty="0">
                  <a:latin typeface="Comic Sans MS" panose="030F0902030302020204" pitchFamily="66" charset="0"/>
                </a:rPr>
                <a:t>Géante Bleue</a:t>
              </a:r>
            </a:p>
          </p:txBody>
        </p:sp>
      </p:grpSp>
      <p:sp>
        <p:nvSpPr>
          <p:cNvPr id="3" name="ZoneTexte 2">
            <a:extLst>
              <a:ext uri="{FF2B5EF4-FFF2-40B4-BE49-F238E27FC236}">
                <a16:creationId xmlns:a16="http://schemas.microsoft.com/office/drawing/2014/main" id="{E81F7632-E810-EB08-5707-D5430BB20400}"/>
              </a:ext>
            </a:extLst>
          </p:cNvPr>
          <p:cNvSpPr txBox="1"/>
          <p:nvPr/>
        </p:nvSpPr>
        <p:spPr>
          <a:xfrm>
            <a:off x="6991935" y="1823590"/>
            <a:ext cx="515421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Tx/>
              <a:buChar char="-"/>
            </a:pPr>
            <a:r>
              <a:rPr lang="fr-FR" sz="3600" dirty="0">
                <a:latin typeface="Comic Sans MS" panose="030F0902030302020204" pitchFamily="66" charset="0"/>
              </a:rPr>
              <a:t>Les plus massives</a:t>
            </a:r>
          </a:p>
          <a:p>
            <a:pPr marL="571500" indent="-571500">
              <a:buFontTx/>
              <a:buChar char="-"/>
            </a:pPr>
            <a:r>
              <a:rPr lang="fr-FR" sz="3600" dirty="0">
                <a:latin typeface="Comic Sans MS" panose="030F0902030302020204" pitchFamily="66" charset="0"/>
              </a:rPr>
              <a:t>Assez rares</a:t>
            </a:r>
          </a:p>
          <a:p>
            <a:pPr marL="571500" indent="-571500">
              <a:buFontTx/>
              <a:buChar char="-"/>
            </a:pPr>
            <a:r>
              <a:rPr lang="fr-FR" sz="3600" dirty="0">
                <a:latin typeface="Comic Sans MS" panose="030F0902030302020204" pitchFamily="66" charset="0"/>
              </a:rPr>
              <a:t>La plus chaude</a:t>
            </a:r>
          </a:p>
          <a:p>
            <a:pPr marL="571500" indent="-571500">
              <a:buFontTx/>
              <a:buChar char="-"/>
            </a:pPr>
            <a:r>
              <a:rPr lang="fr-FR" sz="3600" dirty="0">
                <a:latin typeface="Comic Sans MS" panose="030F0902030302020204" pitchFamily="66" charset="0"/>
              </a:rPr>
              <a:t>Temps de vie très court</a:t>
            </a:r>
          </a:p>
        </p:txBody>
      </p: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4BC81131-4AB8-ABE3-5C83-9757D2A970F4}"/>
              </a:ext>
            </a:extLst>
          </p:cNvPr>
          <p:cNvGrpSpPr/>
          <p:nvPr/>
        </p:nvGrpSpPr>
        <p:grpSpPr>
          <a:xfrm>
            <a:off x="762612" y="1666868"/>
            <a:ext cx="6216260" cy="4669485"/>
            <a:chOff x="762612" y="1666868"/>
            <a:chExt cx="6216260" cy="4669485"/>
          </a:xfrm>
        </p:grpSpPr>
        <p:pic>
          <p:nvPicPr>
            <p:cNvPr id="4098" name="Picture 2">
              <a:extLst>
                <a:ext uri="{FF2B5EF4-FFF2-40B4-BE49-F238E27FC236}">
                  <a16:creationId xmlns:a16="http://schemas.microsoft.com/office/drawing/2014/main" id="{1774E7F4-C1B9-78C0-7448-0EE8FE373E3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/>
            <a:srcRect l="9841" r="9841"/>
            <a:stretch/>
          </p:blipFill>
          <p:spPr bwMode="auto">
            <a:xfrm>
              <a:off x="762612" y="1666868"/>
              <a:ext cx="6107437" cy="4275205"/>
            </a:xfrm>
            <a:prstGeom prst="rect">
              <a:avLst/>
            </a:prstGeom>
            <a:noFill/>
            <a:ln w="66675">
              <a:solidFill>
                <a:schemeClr val="tx1">
                  <a:lumMod val="75000"/>
                  <a:lumOff val="25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ZoneTexte 3">
              <a:extLst>
                <a:ext uri="{FF2B5EF4-FFF2-40B4-BE49-F238E27FC236}">
                  <a16:creationId xmlns:a16="http://schemas.microsoft.com/office/drawing/2014/main" id="{DAE9EE7A-C899-45DB-6A5B-2C65DC38F5F9}"/>
                </a:ext>
              </a:extLst>
            </p:cNvPr>
            <p:cNvSpPr txBox="1"/>
            <p:nvPr/>
          </p:nvSpPr>
          <p:spPr>
            <a:xfrm>
              <a:off x="4914941" y="5967021"/>
              <a:ext cx="20639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ESO/M. </a:t>
              </a:r>
              <a:r>
                <a:rPr lang="fr-FR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Kornmesser</a:t>
              </a:r>
              <a:endParaRPr lang="fr-FR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5871985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BDAA0F-1D2A-1060-7F79-A8FE5DFEA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llipse 12">
            <a:extLst>
              <a:ext uri="{FF2B5EF4-FFF2-40B4-BE49-F238E27FC236}">
                <a16:creationId xmlns:a16="http://schemas.microsoft.com/office/drawing/2014/main" id="{C128A91D-4C46-64C1-4116-8C0D37F99988}"/>
              </a:ext>
            </a:extLst>
          </p:cNvPr>
          <p:cNvSpPr>
            <a:spLocks noChangeAspect="1"/>
          </p:cNvSpPr>
          <p:nvPr/>
        </p:nvSpPr>
        <p:spPr>
          <a:xfrm>
            <a:off x="2153921" y="-3948981"/>
            <a:ext cx="10966738" cy="10966738"/>
          </a:xfrm>
          <a:prstGeom prst="ellipse">
            <a:avLst/>
          </a:prstGeom>
          <a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-2000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  <a:effectLst>
            <a:softEdge rad="597568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23B0C862-D399-9C82-05DD-A30DD911FB17}"/>
              </a:ext>
            </a:extLst>
          </p:cNvPr>
          <p:cNvGrpSpPr/>
          <p:nvPr/>
        </p:nvGrpSpPr>
        <p:grpSpPr>
          <a:xfrm>
            <a:off x="134513" y="-233077"/>
            <a:ext cx="3622346" cy="2069320"/>
            <a:chOff x="304196" y="-1531438"/>
            <a:chExt cx="11583608" cy="8023370"/>
          </a:xfrm>
        </p:grpSpPr>
        <p:grpSp>
          <p:nvGrpSpPr>
            <p:cNvPr id="7" name="Groupe 6">
              <a:extLst>
                <a:ext uri="{FF2B5EF4-FFF2-40B4-BE49-F238E27FC236}">
                  <a16:creationId xmlns:a16="http://schemas.microsoft.com/office/drawing/2014/main" id="{5839AC4A-F659-3D8E-2B5A-CD18F18B2A78}"/>
                </a:ext>
              </a:extLst>
            </p:cNvPr>
            <p:cNvGrpSpPr/>
            <p:nvPr/>
          </p:nvGrpSpPr>
          <p:grpSpPr>
            <a:xfrm>
              <a:off x="304196" y="-1531438"/>
              <a:ext cx="11583608" cy="8023370"/>
              <a:chOff x="304196" y="-1643836"/>
              <a:chExt cx="11583608" cy="8023370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F4DDDF75-9B7F-F3EE-E77A-82119B353D3F}"/>
                  </a:ext>
                </a:extLst>
              </p:cNvPr>
              <p:cNvSpPr/>
              <p:nvPr/>
            </p:nvSpPr>
            <p:spPr>
              <a:xfrm rot="16200000">
                <a:off x="1199876" y="-778466"/>
                <a:ext cx="1920048" cy="189307"/>
              </a:xfrm>
              <a:prstGeom prst="rect">
                <a:avLst/>
              </a:prstGeom>
              <a:blipFill>
                <a:blip r:embed="rId5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a:blip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F5E18051-F0C6-38A6-54CE-7739FF75C021}"/>
                  </a:ext>
                </a:extLst>
              </p:cNvPr>
              <p:cNvSpPr/>
              <p:nvPr/>
            </p:nvSpPr>
            <p:spPr>
              <a:xfrm rot="16200000">
                <a:off x="9072074" y="-778465"/>
                <a:ext cx="1920048" cy="189307"/>
              </a:xfrm>
              <a:prstGeom prst="rect">
                <a:avLst/>
              </a:prstGeom>
              <a:blipFill>
                <a:blip r:embed="rId5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a:blip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1" name="Rectangle : coins arrondis 10">
                <a:extLst>
                  <a:ext uri="{FF2B5EF4-FFF2-40B4-BE49-F238E27FC236}">
                    <a16:creationId xmlns:a16="http://schemas.microsoft.com/office/drawing/2014/main" id="{676376B8-A81A-1737-1C8B-88A4CDF99D24}"/>
                  </a:ext>
                </a:extLst>
              </p:cNvPr>
              <p:cNvSpPr/>
              <p:nvPr/>
            </p:nvSpPr>
            <p:spPr>
              <a:xfrm>
                <a:off x="304196" y="276214"/>
                <a:ext cx="11583608" cy="6103320"/>
              </a:xfrm>
              <a:prstGeom prst="round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</p:grpSp>
        <p:sp>
          <p:nvSpPr>
            <p:cNvPr id="8" name="ZoneTexte 7">
              <a:extLst>
                <a:ext uri="{FF2B5EF4-FFF2-40B4-BE49-F238E27FC236}">
                  <a16:creationId xmlns:a16="http://schemas.microsoft.com/office/drawing/2014/main" id="{92B0E9E1-420E-38F2-7343-AF30A07BFEC2}"/>
                </a:ext>
              </a:extLst>
            </p:cNvPr>
            <p:cNvSpPr txBox="1"/>
            <p:nvPr/>
          </p:nvSpPr>
          <p:spPr>
            <a:xfrm>
              <a:off x="1662764" y="486341"/>
              <a:ext cx="8714508" cy="29550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4000" dirty="0">
                  <a:latin typeface="Comic Sans MS" panose="030F0902030302020204" pitchFamily="66" charset="0"/>
                </a:rPr>
                <a:t>Etoiles Géantes</a:t>
              </a:r>
            </a:p>
          </p:txBody>
        </p:sp>
      </p:grpSp>
      <p:sp>
        <p:nvSpPr>
          <p:cNvPr id="4" name="Ellipse 3">
            <a:extLst>
              <a:ext uri="{FF2B5EF4-FFF2-40B4-BE49-F238E27FC236}">
                <a16:creationId xmlns:a16="http://schemas.microsoft.com/office/drawing/2014/main" id="{26FEE62F-42E9-2E50-226E-23E83DD4A814}"/>
              </a:ext>
            </a:extLst>
          </p:cNvPr>
          <p:cNvSpPr>
            <a:spLocks noChangeAspect="1"/>
          </p:cNvSpPr>
          <p:nvPr/>
        </p:nvSpPr>
        <p:spPr>
          <a:xfrm>
            <a:off x="2849856" y="3608948"/>
            <a:ext cx="2340000" cy="2340000"/>
          </a:xfrm>
          <a:prstGeom prst="ellipse">
            <a:avLst/>
          </a:prstGeom>
          <a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effectLst>
            <a:softEdge rad="8021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4C21C758-D977-87FE-73ED-B3267D79D7B5}"/>
              </a:ext>
            </a:extLst>
          </p:cNvPr>
          <p:cNvSpPr>
            <a:spLocks noChangeAspect="1"/>
          </p:cNvSpPr>
          <p:nvPr/>
        </p:nvSpPr>
        <p:spPr>
          <a:xfrm>
            <a:off x="3315774" y="5307512"/>
            <a:ext cx="180000" cy="180000"/>
          </a:xfrm>
          <a:prstGeom prst="ellipse">
            <a:avLst/>
          </a:prstGeom>
          <a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0" name="Connecteur droit avec flèche 19">
            <a:extLst>
              <a:ext uri="{FF2B5EF4-FFF2-40B4-BE49-F238E27FC236}">
                <a16:creationId xmlns:a16="http://schemas.microsoft.com/office/drawing/2014/main" id="{55AACD46-4C4B-7AFD-6512-5735D243A049}"/>
              </a:ext>
            </a:extLst>
          </p:cNvPr>
          <p:cNvCxnSpPr>
            <a:cxnSpLocks/>
          </p:cNvCxnSpPr>
          <p:nvPr/>
        </p:nvCxnSpPr>
        <p:spPr>
          <a:xfrm flipV="1">
            <a:off x="2079944" y="5450190"/>
            <a:ext cx="1213353" cy="799994"/>
          </a:xfrm>
          <a:prstGeom prst="straightConnector1">
            <a:avLst/>
          </a:prstGeom>
          <a:ln w="1333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742005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4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6775FB-F336-4A4D-C5C0-3599D84CE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Ellipse 18">
            <a:extLst>
              <a:ext uri="{FF2B5EF4-FFF2-40B4-BE49-F238E27FC236}">
                <a16:creationId xmlns:a16="http://schemas.microsoft.com/office/drawing/2014/main" id="{590FA38A-8FBA-2221-25C2-ADED51196FC0}"/>
              </a:ext>
            </a:extLst>
          </p:cNvPr>
          <p:cNvSpPr>
            <a:spLocks noChangeAspect="1"/>
          </p:cNvSpPr>
          <p:nvPr/>
        </p:nvSpPr>
        <p:spPr>
          <a:xfrm>
            <a:off x="2566855" y="-4370864"/>
            <a:ext cx="10966738" cy="10966738"/>
          </a:xfrm>
          <a:prstGeom prst="ellipse">
            <a:avLst/>
          </a:prstGeom>
          <a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1500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  <a:effectLst>
            <a:softEdge rad="530726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BFC6BF50-1476-7851-98DF-F4E95AD21C01}"/>
              </a:ext>
            </a:extLst>
          </p:cNvPr>
          <p:cNvSpPr>
            <a:spLocks noChangeAspect="1"/>
          </p:cNvSpPr>
          <p:nvPr/>
        </p:nvSpPr>
        <p:spPr>
          <a:xfrm>
            <a:off x="3958559" y="3984488"/>
            <a:ext cx="1638107" cy="1638107"/>
          </a:xfrm>
          <a:prstGeom prst="ellipse">
            <a:avLst/>
          </a:prstGeom>
          <a:blipFill>
            <a:blip r:embed="rId5" cstate="screen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-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effectLst>
            <a:softEdge rad="11831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C670F757-D55A-889B-486D-82FA55E33B96}"/>
              </a:ext>
            </a:extLst>
          </p:cNvPr>
          <p:cNvSpPr>
            <a:spLocks noChangeAspect="1"/>
          </p:cNvSpPr>
          <p:nvPr/>
        </p:nvSpPr>
        <p:spPr>
          <a:xfrm>
            <a:off x="4099910" y="5085706"/>
            <a:ext cx="349527" cy="349527"/>
          </a:xfrm>
          <a:prstGeom prst="ellipse">
            <a:avLst/>
          </a:prstGeom>
          <a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effectLst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E066100D-7F57-8103-2839-6C9888A9CD71}"/>
              </a:ext>
            </a:extLst>
          </p:cNvPr>
          <p:cNvSpPr>
            <a:spLocks noChangeAspect="1"/>
          </p:cNvSpPr>
          <p:nvPr/>
        </p:nvSpPr>
        <p:spPr>
          <a:xfrm>
            <a:off x="4186620" y="5315674"/>
            <a:ext cx="45719" cy="45719"/>
          </a:xfrm>
          <a:prstGeom prst="ellipse">
            <a:avLst/>
          </a:prstGeom>
          <a:blipFill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0" name="Connecteur droit avec flèche 19">
            <a:extLst>
              <a:ext uri="{FF2B5EF4-FFF2-40B4-BE49-F238E27FC236}">
                <a16:creationId xmlns:a16="http://schemas.microsoft.com/office/drawing/2014/main" id="{4E710284-CCD1-5044-76F5-EA64D4236096}"/>
              </a:ext>
            </a:extLst>
          </p:cNvPr>
          <p:cNvCxnSpPr>
            <a:cxnSpLocks/>
          </p:cNvCxnSpPr>
          <p:nvPr/>
        </p:nvCxnSpPr>
        <p:spPr>
          <a:xfrm flipV="1">
            <a:off x="3743678" y="5379718"/>
            <a:ext cx="429761" cy="831204"/>
          </a:xfrm>
          <a:prstGeom prst="straightConnector1">
            <a:avLst/>
          </a:prstGeom>
          <a:ln w="857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e 5">
            <a:extLst>
              <a:ext uri="{FF2B5EF4-FFF2-40B4-BE49-F238E27FC236}">
                <a16:creationId xmlns:a16="http://schemas.microsoft.com/office/drawing/2014/main" id="{B144EB1E-5457-DA28-AFB6-C4643A4C7691}"/>
              </a:ext>
            </a:extLst>
          </p:cNvPr>
          <p:cNvGrpSpPr/>
          <p:nvPr/>
        </p:nvGrpSpPr>
        <p:grpSpPr>
          <a:xfrm>
            <a:off x="134513" y="-233077"/>
            <a:ext cx="3622346" cy="2069320"/>
            <a:chOff x="304196" y="-1531438"/>
            <a:chExt cx="11583608" cy="8023370"/>
          </a:xfrm>
        </p:grpSpPr>
        <p:grpSp>
          <p:nvGrpSpPr>
            <p:cNvPr id="7" name="Groupe 6">
              <a:extLst>
                <a:ext uri="{FF2B5EF4-FFF2-40B4-BE49-F238E27FC236}">
                  <a16:creationId xmlns:a16="http://schemas.microsoft.com/office/drawing/2014/main" id="{2331E4BE-537D-5AED-3A32-AF2BB6515184}"/>
                </a:ext>
              </a:extLst>
            </p:cNvPr>
            <p:cNvGrpSpPr/>
            <p:nvPr/>
          </p:nvGrpSpPr>
          <p:grpSpPr>
            <a:xfrm>
              <a:off x="304196" y="-1531438"/>
              <a:ext cx="11583608" cy="8023370"/>
              <a:chOff x="304196" y="-1643836"/>
              <a:chExt cx="11583608" cy="8023370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D166629E-7913-C99F-D05F-002028F2B424}"/>
                  </a:ext>
                </a:extLst>
              </p:cNvPr>
              <p:cNvSpPr/>
              <p:nvPr/>
            </p:nvSpPr>
            <p:spPr>
              <a:xfrm rot="16200000">
                <a:off x="1199876" y="-778466"/>
                <a:ext cx="1920048" cy="189307"/>
              </a:xfrm>
              <a:prstGeom prst="rect">
                <a:avLst/>
              </a:prstGeom>
              <a:blipFill>
                <a:blip r:embed="rId9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a:blip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FB288951-9455-A630-8332-50775F4D4150}"/>
                  </a:ext>
                </a:extLst>
              </p:cNvPr>
              <p:cNvSpPr/>
              <p:nvPr/>
            </p:nvSpPr>
            <p:spPr>
              <a:xfrm rot="16200000">
                <a:off x="9072074" y="-778465"/>
                <a:ext cx="1920048" cy="189307"/>
              </a:xfrm>
              <a:prstGeom prst="rect">
                <a:avLst/>
              </a:prstGeom>
              <a:blipFill>
                <a:blip r:embed="rId9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a:blip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1" name="Rectangle : coins arrondis 10">
                <a:extLst>
                  <a:ext uri="{FF2B5EF4-FFF2-40B4-BE49-F238E27FC236}">
                    <a16:creationId xmlns:a16="http://schemas.microsoft.com/office/drawing/2014/main" id="{2A227DF1-CF6B-BAAA-F526-917FB3E85818}"/>
                  </a:ext>
                </a:extLst>
              </p:cNvPr>
              <p:cNvSpPr/>
              <p:nvPr/>
            </p:nvSpPr>
            <p:spPr>
              <a:xfrm>
                <a:off x="304196" y="276214"/>
                <a:ext cx="11583608" cy="6103320"/>
              </a:xfrm>
              <a:prstGeom prst="round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</p:grpSp>
        <p:sp>
          <p:nvSpPr>
            <p:cNvPr id="8" name="ZoneTexte 7">
              <a:extLst>
                <a:ext uri="{FF2B5EF4-FFF2-40B4-BE49-F238E27FC236}">
                  <a16:creationId xmlns:a16="http://schemas.microsoft.com/office/drawing/2014/main" id="{8C0373E1-F652-0209-36C1-27D05437255E}"/>
                </a:ext>
              </a:extLst>
            </p:cNvPr>
            <p:cNvSpPr txBox="1"/>
            <p:nvPr/>
          </p:nvSpPr>
          <p:spPr>
            <a:xfrm>
              <a:off x="1662764" y="486341"/>
              <a:ext cx="8714508" cy="29550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4000" dirty="0">
                  <a:latin typeface="Comic Sans MS" panose="030F0902030302020204" pitchFamily="66" charset="0"/>
                </a:rPr>
                <a:t>Etoiles Géantes</a:t>
              </a:r>
            </a:p>
          </p:txBody>
        </p:sp>
      </p:grpSp>
      <p:sp>
        <p:nvSpPr>
          <p:cNvPr id="21" name="ZoneTexte 20">
            <a:extLst>
              <a:ext uri="{FF2B5EF4-FFF2-40B4-BE49-F238E27FC236}">
                <a16:creationId xmlns:a16="http://schemas.microsoft.com/office/drawing/2014/main" id="{BD8F3C41-3744-17D1-7E6C-73D26355B30D}"/>
              </a:ext>
            </a:extLst>
          </p:cNvPr>
          <p:cNvSpPr txBox="1"/>
          <p:nvPr/>
        </p:nvSpPr>
        <p:spPr>
          <a:xfrm>
            <a:off x="274327" y="2140486"/>
            <a:ext cx="4585056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chemeClr val="bg1"/>
                </a:solidFill>
              </a:rPr>
              <a:t>Supergéante rouge</a:t>
            </a:r>
            <a:endParaRPr lang="fr-FR" sz="2800" dirty="0">
              <a:solidFill>
                <a:schemeClr val="bg1"/>
              </a:solidFill>
            </a:endParaRPr>
          </a:p>
          <a:p>
            <a:pPr marL="457200" indent="-457200">
              <a:buFontTx/>
              <a:buChar char="-"/>
            </a:pPr>
            <a:r>
              <a:rPr lang="fr-FR" sz="2800" dirty="0">
                <a:solidFill>
                  <a:schemeClr val="bg1"/>
                </a:solidFill>
              </a:rPr>
              <a:t>Les étoiles les </a:t>
            </a:r>
          </a:p>
          <a:p>
            <a:r>
              <a:rPr lang="fr-FR" sz="2800" dirty="0">
                <a:solidFill>
                  <a:schemeClr val="bg1"/>
                </a:solidFill>
              </a:rPr>
              <a:t>	plus grosse</a:t>
            </a:r>
          </a:p>
          <a:p>
            <a:pPr marL="457200" indent="-457200">
              <a:buFontTx/>
              <a:buChar char="-"/>
            </a:pPr>
            <a:r>
              <a:rPr lang="fr-FR" sz="2800" dirty="0">
                <a:solidFill>
                  <a:schemeClr val="bg1"/>
                </a:solidFill>
              </a:rPr>
              <a:t>Temps de vie extrêmement</a:t>
            </a:r>
          </a:p>
          <a:p>
            <a:r>
              <a:rPr lang="fr-FR" sz="2800" dirty="0">
                <a:solidFill>
                  <a:schemeClr val="bg1"/>
                </a:solidFill>
              </a:rPr>
              <a:t>	court </a:t>
            </a:r>
          </a:p>
          <a:p>
            <a:endParaRPr lang="fr-FR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59628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1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256BF1-B45E-E676-1D80-5071AD949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e 5">
            <a:extLst>
              <a:ext uri="{FF2B5EF4-FFF2-40B4-BE49-F238E27FC236}">
                <a16:creationId xmlns:a16="http://schemas.microsoft.com/office/drawing/2014/main" id="{A99A611F-917B-9360-D955-97EE604AE877}"/>
              </a:ext>
            </a:extLst>
          </p:cNvPr>
          <p:cNvGrpSpPr/>
          <p:nvPr/>
        </p:nvGrpSpPr>
        <p:grpSpPr>
          <a:xfrm>
            <a:off x="304196" y="-1531438"/>
            <a:ext cx="11583608" cy="8023370"/>
            <a:chOff x="304196" y="-1531438"/>
            <a:chExt cx="11583608" cy="8023370"/>
          </a:xfrm>
        </p:grpSpPr>
        <p:grpSp>
          <p:nvGrpSpPr>
            <p:cNvPr id="7" name="Groupe 6">
              <a:extLst>
                <a:ext uri="{FF2B5EF4-FFF2-40B4-BE49-F238E27FC236}">
                  <a16:creationId xmlns:a16="http://schemas.microsoft.com/office/drawing/2014/main" id="{0773BCCD-98C2-FBFD-729C-C9BBEB1DADB9}"/>
                </a:ext>
              </a:extLst>
            </p:cNvPr>
            <p:cNvGrpSpPr/>
            <p:nvPr/>
          </p:nvGrpSpPr>
          <p:grpSpPr>
            <a:xfrm>
              <a:off x="304196" y="-1531438"/>
              <a:ext cx="11583608" cy="8023370"/>
              <a:chOff x="304196" y="-1643836"/>
              <a:chExt cx="11583608" cy="8023370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35D4174B-37D2-3604-A991-8E7C33E5A764}"/>
                  </a:ext>
                </a:extLst>
              </p:cNvPr>
              <p:cNvSpPr/>
              <p:nvPr/>
            </p:nvSpPr>
            <p:spPr>
              <a:xfrm rot="16200000">
                <a:off x="1199876" y="-778466"/>
                <a:ext cx="1920048" cy="189307"/>
              </a:xfrm>
              <a:prstGeom prst="rect">
                <a:avLst/>
              </a:prstGeom>
              <a:blipFill>
                <a:blip r:embed="rId3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a:blip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8F361780-050A-B6AF-B30F-F1101642AC26}"/>
                  </a:ext>
                </a:extLst>
              </p:cNvPr>
              <p:cNvSpPr/>
              <p:nvPr/>
            </p:nvSpPr>
            <p:spPr>
              <a:xfrm rot="16200000">
                <a:off x="9072074" y="-778465"/>
                <a:ext cx="1920048" cy="189307"/>
              </a:xfrm>
              <a:prstGeom prst="rect">
                <a:avLst/>
              </a:prstGeom>
              <a:blipFill>
                <a:blip r:embed="rId3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a:blip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1" name="Rectangle : coins arrondis 10">
                <a:extLst>
                  <a:ext uri="{FF2B5EF4-FFF2-40B4-BE49-F238E27FC236}">
                    <a16:creationId xmlns:a16="http://schemas.microsoft.com/office/drawing/2014/main" id="{5241D6CC-71EC-6F7C-9D65-D668AD73D317}"/>
                  </a:ext>
                </a:extLst>
              </p:cNvPr>
              <p:cNvSpPr/>
              <p:nvPr/>
            </p:nvSpPr>
            <p:spPr>
              <a:xfrm>
                <a:off x="304196" y="276214"/>
                <a:ext cx="11583608" cy="6103320"/>
              </a:xfrm>
              <a:prstGeom prst="round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</p:grpSp>
        <p:sp>
          <p:nvSpPr>
            <p:cNvPr id="8" name="ZoneTexte 7">
              <a:extLst>
                <a:ext uri="{FF2B5EF4-FFF2-40B4-BE49-F238E27FC236}">
                  <a16:creationId xmlns:a16="http://schemas.microsoft.com/office/drawing/2014/main" id="{96B60B9E-AD1F-4D10-6FAA-43B50C8604BB}"/>
                </a:ext>
              </a:extLst>
            </p:cNvPr>
            <p:cNvSpPr txBox="1"/>
            <p:nvPr/>
          </p:nvSpPr>
          <p:spPr>
            <a:xfrm>
              <a:off x="1662764" y="486342"/>
              <a:ext cx="8714508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8000" dirty="0">
                  <a:latin typeface="Comic Sans MS" panose="030F0902030302020204" pitchFamily="66" charset="0"/>
                </a:rPr>
                <a:t>Supernova</a:t>
              </a:r>
            </a:p>
          </p:txBody>
        </p:sp>
      </p:grpSp>
      <p:sp>
        <p:nvSpPr>
          <p:cNvPr id="4" name="ZoneTexte 3">
            <a:extLst>
              <a:ext uri="{FF2B5EF4-FFF2-40B4-BE49-F238E27FC236}">
                <a16:creationId xmlns:a16="http://schemas.microsoft.com/office/drawing/2014/main" id="{466CDE54-95E6-5AE9-BF18-C2EDCE541B5A}"/>
              </a:ext>
            </a:extLst>
          </p:cNvPr>
          <p:cNvSpPr txBox="1"/>
          <p:nvPr/>
        </p:nvSpPr>
        <p:spPr>
          <a:xfrm>
            <a:off x="7428863" y="2110229"/>
            <a:ext cx="443281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latin typeface="Comic Sans MS" panose="030F0902030302020204" pitchFamily="66" charset="0"/>
              </a:rPr>
              <a:t>Explosion d’une étoile en fin de vie</a:t>
            </a:r>
          </a:p>
          <a:p>
            <a:endParaRPr lang="fr-FR" sz="3600" dirty="0">
              <a:latin typeface="Comic Sans MS" panose="030F0902030302020204" pitchFamily="66" charset="0"/>
            </a:endParaRPr>
          </a:p>
          <a:p>
            <a:r>
              <a:rPr lang="fr-FR" sz="3600" dirty="0">
                <a:latin typeface="Comic Sans MS" panose="030F0902030302020204" pitchFamily="66" charset="0"/>
              </a:rPr>
              <a:t>Dure quelques secondes mais est très lumineuse</a:t>
            </a:r>
          </a:p>
        </p:txBody>
      </p: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65B58A8D-D2D1-AE79-3BDF-196CC43CE05C}"/>
              </a:ext>
            </a:extLst>
          </p:cNvPr>
          <p:cNvGrpSpPr/>
          <p:nvPr/>
        </p:nvGrpSpPr>
        <p:grpSpPr>
          <a:xfrm>
            <a:off x="472062" y="1415742"/>
            <a:ext cx="6788935" cy="5097803"/>
            <a:chOff x="472062" y="1415742"/>
            <a:chExt cx="6788935" cy="5097803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7C1F3DA5-3A13-A4A5-4E74-0179E7B7BAE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/>
            <a:srcRect/>
            <a:stretch/>
          </p:blipFill>
          <p:spPr bwMode="auto">
            <a:xfrm>
              <a:off x="472062" y="1415742"/>
              <a:ext cx="6788935" cy="4805293"/>
            </a:xfrm>
            <a:prstGeom prst="rect">
              <a:avLst/>
            </a:prstGeom>
            <a:noFill/>
            <a:effectLst>
              <a:softEdge rad="254000"/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ZoneTexte 4">
              <a:extLst>
                <a:ext uri="{FF2B5EF4-FFF2-40B4-BE49-F238E27FC236}">
                  <a16:creationId xmlns:a16="http://schemas.microsoft.com/office/drawing/2014/main" id="{DA131A32-BD0D-FCE8-8A09-BEF19F7C31BF}"/>
                </a:ext>
              </a:extLst>
            </p:cNvPr>
            <p:cNvSpPr txBox="1"/>
            <p:nvPr/>
          </p:nvSpPr>
          <p:spPr>
            <a:xfrm>
              <a:off x="3855196" y="5928770"/>
              <a:ext cx="340580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6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Vue d'artiste, Center for </a:t>
              </a:r>
              <a:r>
                <a:rPr lang="fr-FR" sz="1600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Astrophysics</a:t>
              </a:r>
              <a:r>
                <a:rPr lang="fr-FR" sz="16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Harvard &amp; </a:t>
              </a:r>
              <a:r>
                <a:rPr lang="fr-FR" sz="1600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Smithsonian</a:t>
              </a:r>
              <a:endParaRPr lang="fr-FR" sz="16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3019105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03663D-763A-ADE5-7952-E18922FD7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e 5">
            <a:extLst>
              <a:ext uri="{FF2B5EF4-FFF2-40B4-BE49-F238E27FC236}">
                <a16:creationId xmlns:a16="http://schemas.microsoft.com/office/drawing/2014/main" id="{47651D1E-B184-B000-D9F2-93FF22580487}"/>
              </a:ext>
            </a:extLst>
          </p:cNvPr>
          <p:cNvGrpSpPr/>
          <p:nvPr/>
        </p:nvGrpSpPr>
        <p:grpSpPr>
          <a:xfrm>
            <a:off x="-477469" y="-1531438"/>
            <a:ext cx="12365273" cy="8023370"/>
            <a:chOff x="-477469" y="-1531438"/>
            <a:chExt cx="12365273" cy="8023370"/>
          </a:xfrm>
        </p:grpSpPr>
        <p:grpSp>
          <p:nvGrpSpPr>
            <p:cNvPr id="7" name="Groupe 6">
              <a:extLst>
                <a:ext uri="{FF2B5EF4-FFF2-40B4-BE49-F238E27FC236}">
                  <a16:creationId xmlns:a16="http://schemas.microsoft.com/office/drawing/2014/main" id="{0C2AD8F3-C41D-2D57-5761-BBDD75894980}"/>
                </a:ext>
              </a:extLst>
            </p:cNvPr>
            <p:cNvGrpSpPr/>
            <p:nvPr/>
          </p:nvGrpSpPr>
          <p:grpSpPr>
            <a:xfrm>
              <a:off x="304196" y="-1531438"/>
              <a:ext cx="11583608" cy="8023370"/>
              <a:chOff x="304196" y="-1643836"/>
              <a:chExt cx="11583608" cy="8023370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609A887B-0029-1830-B075-FFD2263E7604}"/>
                  </a:ext>
                </a:extLst>
              </p:cNvPr>
              <p:cNvSpPr/>
              <p:nvPr/>
            </p:nvSpPr>
            <p:spPr>
              <a:xfrm rot="16200000">
                <a:off x="1199876" y="-778466"/>
                <a:ext cx="1920048" cy="189307"/>
              </a:xfrm>
              <a:prstGeom prst="rect">
                <a:avLst/>
              </a:prstGeom>
              <a:blipFill>
                <a:blip r:embed="rId3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a:blip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53DE4FE8-6079-98A6-29D4-B0B07B8C929E}"/>
                  </a:ext>
                </a:extLst>
              </p:cNvPr>
              <p:cNvSpPr/>
              <p:nvPr/>
            </p:nvSpPr>
            <p:spPr>
              <a:xfrm rot="16200000">
                <a:off x="9072074" y="-778465"/>
                <a:ext cx="1920048" cy="189307"/>
              </a:xfrm>
              <a:prstGeom prst="rect">
                <a:avLst/>
              </a:prstGeom>
              <a:blipFill>
                <a:blip r:embed="rId3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a:blip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1" name="Rectangle : coins arrondis 10">
                <a:extLst>
                  <a:ext uri="{FF2B5EF4-FFF2-40B4-BE49-F238E27FC236}">
                    <a16:creationId xmlns:a16="http://schemas.microsoft.com/office/drawing/2014/main" id="{5DB8E8D6-481F-86AC-FA4E-DEF36B027090}"/>
                  </a:ext>
                </a:extLst>
              </p:cNvPr>
              <p:cNvSpPr/>
              <p:nvPr/>
            </p:nvSpPr>
            <p:spPr>
              <a:xfrm>
                <a:off x="304196" y="276214"/>
                <a:ext cx="11583608" cy="6103320"/>
              </a:xfrm>
              <a:prstGeom prst="round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</p:grpSp>
        <p:sp>
          <p:nvSpPr>
            <p:cNvPr id="8" name="ZoneTexte 7">
              <a:extLst>
                <a:ext uri="{FF2B5EF4-FFF2-40B4-BE49-F238E27FC236}">
                  <a16:creationId xmlns:a16="http://schemas.microsoft.com/office/drawing/2014/main" id="{25344D83-8472-50D8-886B-71ACBBFB1627}"/>
                </a:ext>
              </a:extLst>
            </p:cNvPr>
            <p:cNvSpPr txBox="1"/>
            <p:nvPr/>
          </p:nvSpPr>
          <p:spPr>
            <a:xfrm>
              <a:off x="-477469" y="696514"/>
              <a:ext cx="7704178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5400" dirty="0">
                  <a:latin typeface="Comic Sans MS" panose="030F0902030302020204" pitchFamily="66" charset="0"/>
                </a:rPr>
                <a:t>Etoile à Neutron</a:t>
              </a:r>
            </a:p>
          </p:txBody>
        </p:sp>
      </p:grpSp>
      <p:sp>
        <p:nvSpPr>
          <p:cNvPr id="2" name="ZoneTexte 1">
            <a:extLst>
              <a:ext uri="{FF2B5EF4-FFF2-40B4-BE49-F238E27FC236}">
                <a16:creationId xmlns:a16="http://schemas.microsoft.com/office/drawing/2014/main" id="{AF850CD4-E32E-5E53-C940-55BBC416AFD6}"/>
              </a:ext>
            </a:extLst>
          </p:cNvPr>
          <p:cNvSpPr txBox="1"/>
          <p:nvPr/>
        </p:nvSpPr>
        <p:spPr>
          <a:xfrm>
            <a:off x="1252448" y="2355899"/>
            <a:ext cx="5154217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latin typeface="Comic Sans MS" panose="030F0902030302020204" pitchFamily="66" charset="0"/>
              </a:rPr>
              <a:t>La plus petites (aussi grosse qu’une ville) et la plus dense 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A1C76B6B-4A5E-5892-D8F2-3ACE7BE8C91B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rcRect l="26776" r="26776"/>
          <a:stretch/>
        </p:blipFill>
        <p:spPr>
          <a:xfrm>
            <a:off x="7105326" y="1254284"/>
            <a:ext cx="3610186" cy="4371975"/>
          </a:xfrm>
          <a:prstGeom prst="rect">
            <a:avLst/>
          </a:prstGeom>
          <a:effectLst>
            <a:softEdge rad="93578"/>
          </a:effectLst>
        </p:spPr>
      </p:pic>
    </p:spTree>
    <p:extLst>
      <p:ext uri="{BB962C8B-B14F-4D97-AF65-F5344CB8AC3E}">
        <p14:creationId xmlns:p14="http://schemas.microsoft.com/office/powerpoint/2010/main" val="235939977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8176C1-91C6-CF9B-DAD8-C0973103B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e 6">
            <a:extLst>
              <a:ext uri="{FF2B5EF4-FFF2-40B4-BE49-F238E27FC236}">
                <a16:creationId xmlns:a16="http://schemas.microsoft.com/office/drawing/2014/main" id="{9507ADCF-111B-EDD0-5F41-CE090D604149}"/>
              </a:ext>
            </a:extLst>
          </p:cNvPr>
          <p:cNvGrpSpPr/>
          <p:nvPr/>
        </p:nvGrpSpPr>
        <p:grpSpPr>
          <a:xfrm>
            <a:off x="304196" y="-1539788"/>
            <a:ext cx="11583608" cy="8023370"/>
            <a:chOff x="304196" y="-1643836"/>
            <a:chExt cx="11583608" cy="802337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A49FDF7-F482-1FA4-1CDC-70D28A6A4735}"/>
                </a:ext>
              </a:extLst>
            </p:cNvPr>
            <p:cNvSpPr/>
            <p:nvPr/>
          </p:nvSpPr>
          <p:spPr>
            <a:xfrm rot="16200000">
              <a:off x="1199876" y="-778466"/>
              <a:ext cx="1920048" cy="189307"/>
            </a:xfrm>
            <a:prstGeom prst="rect">
              <a:avLst/>
            </a:prstGeom>
            <a:blipFill>
              <a:blip r:embed="rId3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51EBB99-3CFD-B3AF-7328-E3C52E71714C}"/>
                </a:ext>
              </a:extLst>
            </p:cNvPr>
            <p:cNvSpPr/>
            <p:nvPr/>
          </p:nvSpPr>
          <p:spPr>
            <a:xfrm rot="16200000">
              <a:off x="9072074" y="-778465"/>
              <a:ext cx="1920048" cy="189307"/>
            </a:xfrm>
            <a:prstGeom prst="rect">
              <a:avLst/>
            </a:prstGeom>
            <a:blipFill>
              <a:blip r:embed="rId3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1" name="Rectangle : coins arrondis 10">
              <a:extLst>
                <a:ext uri="{FF2B5EF4-FFF2-40B4-BE49-F238E27FC236}">
                  <a16:creationId xmlns:a16="http://schemas.microsoft.com/office/drawing/2014/main" id="{228DE833-0C0E-2D51-8B5B-2B5576800356}"/>
                </a:ext>
              </a:extLst>
            </p:cNvPr>
            <p:cNvSpPr/>
            <p:nvPr/>
          </p:nvSpPr>
          <p:spPr>
            <a:xfrm>
              <a:off x="304196" y="276214"/>
              <a:ext cx="11583608" cy="6103320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</p:grpSp>
      <p:pic>
        <p:nvPicPr>
          <p:cNvPr id="15" name="Image 14">
            <a:extLst>
              <a:ext uri="{FF2B5EF4-FFF2-40B4-BE49-F238E27FC236}">
                <a16:creationId xmlns:a16="http://schemas.microsoft.com/office/drawing/2014/main" id="{B006581A-6321-7DB7-287F-55493F81109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8046" t="4845" r="18318" b="22053"/>
          <a:stretch>
            <a:fillRect/>
          </a:stretch>
        </p:blipFill>
        <p:spPr>
          <a:xfrm>
            <a:off x="985157" y="1554322"/>
            <a:ext cx="10221685" cy="3771900"/>
          </a:xfrm>
          <a:prstGeom prst="rect">
            <a:avLst/>
          </a:prstGeom>
        </p:spPr>
      </p:pic>
      <p:pic>
        <p:nvPicPr>
          <p:cNvPr id="1032" name="Picture 8" descr="Goutte d'eau - Icônes météo gratuites">
            <a:extLst>
              <a:ext uri="{FF2B5EF4-FFF2-40B4-BE49-F238E27FC236}">
                <a16:creationId xmlns:a16="http://schemas.microsoft.com/office/drawing/2014/main" id="{C106D123-5FAE-0DA3-9FF9-3C946C18F7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547194" y="3963780"/>
            <a:ext cx="348975" cy="348975"/>
          </a:xfrm>
          <a:prstGeom prst="rect">
            <a:avLst/>
          </a:prstGeom>
          <a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pic>
      <p:pic>
        <p:nvPicPr>
          <p:cNvPr id="28" name="Image 27">
            <a:extLst>
              <a:ext uri="{FF2B5EF4-FFF2-40B4-BE49-F238E27FC236}">
                <a16:creationId xmlns:a16="http://schemas.microsoft.com/office/drawing/2014/main" id="{1D4FBAFD-D41D-D3DC-52F9-487D9BF91590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5301" r="36353"/>
          <a:stretch>
            <a:fillRect/>
          </a:stretch>
        </p:blipFill>
        <p:spPr>
          <a:xfrm>
            <a:off x="1404384" y="2520300"/>
            <a:ext cx="975031" cy="1936750"/>
          </a:xfrm>
          <a:prstGeom prst="rect">
            <a:avLst/>
          </a:prstGeom>
        </p:spPr>
      </p:pic>
      <p:pic>
        <p:nvPicPr>
          <p:cNvPr id="27" name="Image 26">
            <a:extLst>
              <a:ext uri="{FF2B5EF4-FFF2-40B4-BE49-F238E27FC236}">
                <a16:creationId xmlns:a16="http://schemas.microsoft.com/office/drawing/2014/main" id="{E2943879-B624-505F-62FA-13AB8C50F1BD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5301" r="36353"/>
          <a:stretch>
            <a:fillRect/>
          </a:stretch>
        </p:blipFill>
        <p:spPr>
          <a:xfrm>
            <a:off x="2371118" y="2410331"/>
            <a:ext cx="975031" cy="1936750"/>
          </a:xfrm>
          <a:prstGeom prst="rect">
            <a:avLst/>
          </a:prstGeom>
        </p:spPr>
      </p:pic>
      <p:pic>
        <p:nvPicPr>
          <p:cNvPr id="20" name="Image 19">
            <a:extLst>
              <a:ext uri="{FF2B5EF4-FFF2-40B4-BE49-F238E27FC236}">
                <a16:creationId xmlns:a16="http://schemas.microsoft.com/office/drawing/2014/main" id="{FD534979-3F23-6119-69FB-58B7F1AED855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5301" r="36353"/>
          <a:stretch>
            <a:fillRect/>
          </a:stretch>
        </p:blipFill>
        <p:spPr>
          <a:xfrm>
            <a:off x="1184869" y="2471897"/>
            <a:ext cx="975031" cy="1936750"/>
          </a:xfrm>
          <a:prstGeom prst="rect">
            <a:avLst/>
          </a:prstGeom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327D7822-F42C-3D3A-B7E9-18A8BDDBC022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5301" r="36353"/>
          <a:stretch>
            <a:fillRect/>
          </a:stretch>
        </p:blipFill>
        <p:spPr>
          <a:xfrm>
            <a:off x="1577730" y="2471897"/>
            <a:ext cx="975031" cy="1936750"/>
          </a:xfrm>
          <a:prstGeom prst="rect">
            <a:avLst/>
          </a:prstGeom>
        </p:spPr>
      </p:pic>
      <p:pic>
        <p:nvPicPr>
          <p:cNvPr id="22" name="Image 21">
            <a:extLst>
              <a:ext uri="{FF2B5EF4-FFF2-40B4-BE49-F238E27FC236}">
                <a16:creationId xmlns:a16="http://schemas.microsoft.com/office/drawing/2014/main" id="{8E968481-C516-1CC9-41DA-858A2A10DFAB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5301" r="36353"/>
          <a:stretch>
            <a:fillRect/>
          </a:stretch>
        </p:blipFill>
        <p:spPr>
          <a:xfrm>
            <a:off x="2552761" y="2508064"/>
            <a:ext cx="975031" cy="1936750"/>
          </a:xfrm>
          <a:prstGeom prst="rect">
            <a:avLst/>
          </a:prstGeom>
        </p:spPr>
      </p:pic>
      <p:pic>
        <p:nvPicPr>
          <p:cNvPr id="23" name="Image 22">
            <a:extLst>
              <a:ext uri="{FF2B5EF4-FFF2-40B4-BE49-F238E27FC236}">
                <a16:creationId xmlns:a16="http://schemas.microsoft.com/office/drawing/2014/main" id="{2ED4E6E4-9178-CEE3-AFC9-6261207429C3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5301" r="36353"/>
          <a:stretch>
            <a:fillRect/>
          </a:stretch>
        </p:blipFill>
        <p:spPr>
          <a:xfrm>
            <a:off x="3254267" y="2508064"/>
            <a:ext cx="975031" cy="1936750"/>
          </a:xfrm>
          <a:prstGeom prst="rect">
            <a:avLst/>
          </a:prstGeom>
        </p:spPr>
      </p:pic>
      <p:pic>
        <p:nvPicPr>
          <p:cNvPr id="24" name="Image 23">
            <a:extLst>
              <a:ext uri="{FF2B5EF4-FFF2-40B4-BE49-F238E27FC236}">
                <a16:creationId xmlns:a16="http://schemas.microsoft.com/office/drawing/2014/main" id="{FDEBABF9-4BC8-49F4-80D9-C374E634C665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5301" r="36353"/>
          <a:stretch>
            <a:fillRect/>
          </a:stretch>
        </p:blipFill>
        <p:spPr>
          <a:xfrm>
            <a:off x="2143305" y="2489981"/>
            <a:ext cx="975031" cy="1936750"/>
          </a:xfrm>
          <a:prstGeom prst="rect">
            <a:avLst/>
          </a:prstGeom>
        </p:spPr>
      </p:pic>
      <p:pic>
        <p:nvPicPr>
          <p:cNvPr id="25" name="Image 24">
            <a:extLst>
              <a:ext uri="{FF2B5EF4-FFF2-40B4-BE49-F238E27FC236}">
                <a16:creationId xmlns:a16="http://schemas.microsoft.com/office/drawing/2014/main" id="{EC68ACE4-B42B-8D64-F345-6812AB7E2F82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5301" r="36353"/>
          <a:stretch>
            <a:fillRect/>
          </a:stretch>
        </p:blipFill>
        <p:spPr>
          <a:xfrm>
            <a:off x="2798641" y="2614494"/>
            <a:ext cx="975031" cy="1936750"/>
          </a:xfrm>
          <a:prstGeom prst="rect">
            <a:avLst/>
          </a:prstGeom>
        </p:spPr>
      </p:pic>
      <p:pic>
        <p:nvPicPr>
          <p:cNvPr id="26" name="Image 25">
            <a:extLst>
              <a:ext uri="{FF2B5EF4-FFF2-40B4-BE49-F238E27FC236}">
                <a16:creationId xmlns:a16="http://schemas.microsoft.com/office/drawing/2014/main" id="{E9C13E80-8E3D-AF3F-0E45-C58DE856C0F3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5301" r="36353"/>
          <a:stretch>
            <a:fillRect/>
          </a:stretch>
        </p:blipFill>
        <p:spPr>
          <a:xfrm>
            <a:off x="1808315" y="2578327"/>
            <a:ext cx="975031" cy="1936750"/>
          </a:xfrm>
          <a:prstGeom prst="rect">
            <a:avLst/>
          </a:prstGeom>
        </p:spPr>
      </p:pic>
      <p:sp>
        <p:nvSpPr>
          <p:cNvPr id="29" name="ZoneTexte 28">
            <a:extLst>
              <a:ext uri="{FF2B5EF4-FFF2-40B4-BE49-F238E27FC236}">
                <a16:creationId xmlns:a16="http://schemas.microsoft.com/office/drawing/2014/main" id="{B3466A87-0B2A-1012-ECE8-1804E59B83F3}"/>
              </a:ext>
            </a:extLst>
          </p:cNvPr>
          <p:cNvSpPr txBox="1"/>
          <p:nvPr/>
        </p:nvSpPr>
        <p:spPr>
          <a:xfrm>
            <a:off x="1217085" y="543132"/>
            <a:ext cx="282747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3800" dirty="0">
                <a:ln w="44450" cap="flat" cmpd="thickThin">
                  <a:solidFill>
                    <a:schemeClr val="tx1"/>
                  </a:solidFill>
                  <a:prstDash val="solid"/>
                  <a:round/>
                </a:ln>
                <a:solidFill>
                  <a:schemeClr val="bg1"/>
                </a:solidFill>
                <a:effectLst>
                  <a:outerShdw blurRad="50800" dir="5400000" sx="107000" sy="107000" algn="ctr" rotWithShape="0">
                    <a:srgbClr val="000000">
                      <a:alpha val="36000"/>
                    </a:srgbClr>
                  </a:outerShdw>
                </a:effectLst>
                <a:latin typeface="Mongolian Baiti" panose="03000500000000000000" pitchFamily="66" charset="0"/>
                <a:cs typeface="Mongolian Baiti" panose="03000500000000000000" pitchFamily="66" charset="0"/>
              </a:rPr>
              <a:t>500 </a:t>
            </a:r>
          </a:p>
        </p:txBody>
      </p:sp>
    </p:spTree>
    <p:extLst>
      <p:ext uri="{BB962C8B-B14F-4D97-AF65-F5344CB8AC3E}">
        <p14:creationId xmlns:p14="http://schemas.microsoft.com/office/powerpoint/2010/main" val="365633359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2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2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2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2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00"/>
                            </p:stCondLst>
                            <p:childTnLst>
                              <p:par>
                                <p:cTn id="42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2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2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00"/>
                            </p:stCondLst>
                            <p:childTnLst>
                              <p:par>
                                <p:cTn id="47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2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2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2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2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600"/>
                            </p:stCondLst>
                            <p:childTnLst>
                              <p:par>
                                <p:cTn id="56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2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2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2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2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2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2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800"/>
                            </p:stCondLst>
                            <p:childTnLst>
                              <p:par>
                                <p:cTn id="69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2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2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000"/>
                            </p:stCondLst>
                            <p:childTnLst>
                              <p:par>
                                <p:cTn id="74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291902-08B7-E3CB-4DA8-95A055C3C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e 5">
            <a:extLst>
              <a:ext uri="{FF2B5EF4-FFF2-40B4-BE49-F238E27FC236}">
                <a16:creationId xmlns:a16="http://schemas.microsoft.com/office/drawing/2014/main" id="{74ECD16A-C5D8-9189-C8E3-54F00402D654}"/>
              </a:ext>
            </a:extLst>
          </p:cNvPr>
          <p:cNvGrpSpPr/>
          <p:nvPr/>
        </p:nvGrpSpPr>
        <p:grpSpPr>
          <a:xfrm>
            <a:off x="304196" y="-1531438"/>
            <a:ext cx="11583608" cy="8023370"/>
            <a:chOff x="304196" y="-1531438"/>
            <a:chExt cx="11583608" cy="8023370"/>
          </a:xfrm>
        </p:grpSpPr>
        <p:grpSp>
          <p:nvGrpSpPr>
            <p:cNvPr id="7" name="Groupe 6">
              <a:extLst>
                <a:ext uri="{FF2B5EF4-FFF2-40B4-BE49-F238E27FC236}">
                  <a16:creationId xmlns:a16="http://schemas.microsoft.com/office/drawing/2014/main" id="{C83299E8-BA6F-3733-F8AB-D181D5BD3290}"/>
                </a:ext>
              </a:extLst>
            </p:cNvPr>
            <p:cNvGrpSpPr/>
            <p:nvPr/>
          </p:nvGrpSpPr>
          <p:grpSpPr>
            <a:xfrm>
              <a:off x="304196" y="-1531438"/>
              <a:ext cx="11583608" cy="8023370"/>
              <a:chOff x="304196" y="-1643836"/>
              <a:chExt cx="11583608" cy="8023370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EA6871A1-611A-135F-B4C4-B0ECDCB3FF99}"/>
                  </a:ext>
                </a:extLst>
              </p:cNvPr>
              <p:cNvSpPr/>
              <p:nvPr/>
            </p:nvSpPr>
            <p:spPr>
              <a:xfrm rot="16200000">
                <a:off x="1199876" y="-778466"/>
                <a:ext cx="1920048" cy="189307"/>
              </a:xfrm>
              <a:prstGeom prst="rect">
                <a:avLst/>
              </a:prstGeom>
              <a:blipFill>
                <a:blip r:embed="rId3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a:blip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7CFCB6DF-5F0A-1B81-D66C-103107D22472}"/>
                  </a:ext>
                </a:extLst>
              </p:cNvPr>
              <p:cNvSpPr/>
              <p:nvPr/>
            </p:nvSpPr>
            <p:spPr>
              <a:xfrm rot="16200000">
                <a:off x="9072074" y="-778465"/>
                <a:ext cx="1920048" cy="189307"/>
              </a:xfrm>
              <a:prstGeom prst="rect">
                <a:avLst/>
              </a:prstGeom>
              <a:blipFill>
                <a:blip r:embed="rId3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a:blip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1" name="Rectangle : coins arrondis 10">
                <a:extLst>
                  <a:ext uri="{FF2B5EF4-FFF2-40B4-BE49-F238E27FC236}">
                    <a16:creationId xmlns:a16="http://schemas.microsoft.com/office/drawing/2014/main" id="{076CFD69-81B2-569D-78EF-1F6C019B7719}"/>
                  </a:ext>
                </a:extLst>
              </p:cNvPr>
              <p:cNvSpPr/>
              <p:nvPr/>
            </p:nvSpPr>
            <p:spPr>
              <a:xfrm>
                <a:off x="304196" y="276214"/>
                <a:ext cx="11583608" cy="6103320"/>
              </a:xfrm>
              <a:prstGeom prst="round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</p:grpSp>
        <p:sp>
          <p:nvSpPr>
            <p:cNvPr id="8" name="ZoneTexte 7">
              <a:extLst>
                <a:ext uri="{FF2B5EF4-FFF2-40B4-BE49-F238E27FC236}">
                  <a16:creationId xmlns:a16="http://schemas.microsoft.com/office/drawing/2014/main" id="{CEA2DC63-5C06-BC84-05E0-ADDFE90AC424}"/>
                </a:ext>
              </a:extLst>
            </p:cNvPr>
            <p:cNvSpPr txBox="1"/>
            <p:nvPr/>
          </p:nvSpPr>
          <p:spPr>
            <a:xfrm>
              <a:off x="1662764" y="486342"/>
              <a:ext cx="8714508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8000" dirty="0">
                  <a:latin typeface="Comic Sans MS" panose="030F0902030302020204" pitchFamily="66" charset="0"/>
                </a:rPr>
                <a:t>Trou Noir</a:t>
              </a:r>
            </a:p>
          </p:txBody>
        </p:sp>
      </p:grpSp>
      <p:grpSp>
        <p:nvGrpSpPr>
          <p:cNvPr id="5" name="Groupe 4">
            <a:extLst>
              <a:ext uri="{FF2B5EF4-FFF2-40B4-BE49-F238E27FC236}">
                <a16:creationId xmlns:a16="http://schemas.microsoft.com/office/drawing/2014/main" id="{8B8568F5-1D37-4847-31EF-05DB0BD2BE6C}"/>
              </a:ext>
            </a:extLst>
          </p:cNvPr>
          <p:cNvGrpSpPr/>
          <p:nvPr/>
        </p:nvGrpSpPr>
        <p:grpSpPr>
          <a:xfrm>
            <a:off x="720834" y="1692649"/>
            <a:ext cx="6017341" cy="4669220"/>
            <a:chOff x="720834" y="1692649"/>
            <a:chExt cx="6017341" cy="4669220"/>
          </a:xfrm>
        </p:grpSpPr>
        <p:pic>
          <p:nvPicPr>
            <p:cNvPr id="12290" name="Picture 2">
              <a:extLst>
                <a:ext uri="{FF2B5EF4-FFF2-40B4-BE49-F238E27FC236}">
                  <a16:creationId xmlns:a16="http://schemas.microsoft.com/office/drawing/2014/main" id="{FA52C939-9BC2-5225-314E-180ED4DA140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/>
            <a:srcRect/>
            <a:stretch/>
          </p:blipFill>
          <p:spPr bwMode="auto">
            <a:xfrm>
              <a:off x="720834" y="1692649"/>
              <a:ext cx="6017341" cy="4513005"/>
            </a:xfrm>
            <a:prstGeom prst="rect">
              <a:avLst/>
            </a:prstGeom>
            <a:noFill/>
            <a:effectLst>
              <a:softEdge rad="173789"/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ZoneTexte 3">
              <a:extLst>
                <a:ext uri="{FF2B5EF4-FFF2-40B4-BE49-F238E27FC236}">
                  <a16:creationId xmlns:a16="http://schemas.microsoft.com/office/drawing/2014/main" id="{1803A445-6F70-8894-5E9C-96B3DF6D953D}"/>
                </a:ext>
              </a:extLst>
            </p:cNvPr>
            <p:cNvSpPr txBox="1"/>
            <p:nvPr/>
          </p:nvSpPr>
          <p:spPr>
            <a:xfrm>
              <a:off x="2558729" y="6023315"/>
              <a:ext cx="415331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6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Image du film </a:t>
              </a:r>
              <a:r>
                <a:rPr lang="fr-FR" sz="1600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Interstellar</a:t>
              </a:r>
              <a:r>
                <a:rPr lang="fr-FR" sz="16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de Christopher Nolan</a:t>
              </a:r>
            </a:p>
          </p:txBody>
        </p:sp>
      </p:grp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E5E89FC3-8862-4A60-965B-C512C8EFA799}"/>
              </a:ext>
            </a:extLst>
          </p:cNvPr>
          <p:cNvGrpSpPr/>
          <p:nvPr/>
        </p:nvGrpSpPr>
        <p:grpSpPr>
          <a:xfrm>
            <a:off x="6885660" y="2128325"/>
            <a:ext cx="3892379" cy="4243333"/>
            <a:chOff x="6885660" y="2128325"/>
            <a:chExt cx="3892379" cy="4243333"/>
          </a:xfrm>
        </p:grpSpPr>
        <p:pic>
          <p:nvPicPr>
            <p:cNvPr id="3" name="Picture 2" descr="Trou noir — Wikipédia">
              <a:extLst>
                <a:ext uri="{FF2B5EF4-FFF2-40B4-BE49-F238E27FC236}">
                  <a16:creationId xmlns:a16="http://schemas.microsoft.com/office/drawing/2014/main" id="{244B0AD1-B0CF-B0B5-E5A6-EF980B67181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22948" t="1" r="22429" b="12192"/>
            <a:stretch>
              <a:fillRect/>
            </a:stretch>
          </p:blipFill>
          <p:spPr bwMode="auto">
            <a:xfrm>
              <a:off x="6885660" y="2128325"/>
              <a:ext cx="3892379" cy="3641655"/>
            </a:xfrm>
            <a:prstGeom prst="rect">
              <a:avLst/>
            </a:prstGeom>
            <a:noFill/>
            <a:effectLst>
              <a:softEdge rad="200526"/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" name="ZoneTexte 12">
              <a:extLst>
                <a:ext uri="{FF2B5EF4-FFF2-40B4-BE49-F238E27FC236}">
                  <a16:creationId xmlns:a16="http://schemas.microsoft.com/office/drawing/2014/main" id="{1CB83CEC-8A18-6F8E-1ABD-498EB60F63E6}"/>
                </a:ext>
              </a:extLst>
            </p:cNvPr>
            <p:cNvSpPr txBox="1"/>
            <p:nvPr/>
          </p:nvSpPr>
          <p:spPr>
            <a:xfrm>
              <a:off x="7249885" y="5540661"/>
              <a:ext cx="3416282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fr-FR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D</a:t>
              </a:r>
              <a:r>
                <a:rPr lang="fr-FR" sz="1600" b="0" i="0" u="none" strike="noStrike" dirty="0"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latin typeface="+mj-lt"/>
                </a:rPr>
                <a:t>isque d'accrétion du trou noir M87</a:t>
              </a:r>
            </a:p>
            <a:p>
              <a:pPr algn="r"/>
              <a:r>
                <a:rPr lang="fr-FR" sz="16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De la </a:t>
              </a:r>
              <a:r>
                <a:rPr lang="fr-FR" sz="1600" i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National Science </a:t>
              </a:r>
              <a:r>
                <a:rPr lang="fr-FR" sz="1600" i="1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Foundation</a:t>
              </a:r>
              <a:r>
                <a:rPr lang="fr-FR" sz="16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 et </a:t>
              </a:r>
            </a:p>
            <a:p>
              <a:pPr algn="r"/>
              <a:r>
                <a:rPr lang="fr-FR" sz="1600" i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l’Event Horizon </a:t>
              </a:r>
              <a:r>
                <a:rPr lang="fr-FR" sz="1600" i="1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Telescope</a:t>
              </a:r>
              <a:endParaRPr lang="fr-FR" sz="16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4365435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41000" b="-4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3348EA-9679-A36D-FCA4-ACA335B2F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7EB740F6-5299-A864-7A1B-86108D9A1774}"/>
              </a:ext>
            </a:extLst>
          </p:cNvPr>
          <p:cNvSpPr txBox="1"/>
          <p:nvPr/>
        </p:nvSpPr>
        <p:spPr>
          <a:xfrm>
            <a:off x="1496826" y="736600"/>
            <a:ext cx="7748774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500" b="1" dirty="0">
                <a:blipFill dpi="0" rotWithShape="1">
                  <a:blip r:embed="rId3"/>
                  <a:srcRect/>
                  <a:stretch>
                    <a:fillRect/>
                  </a:stretch>
                </a:blipFill>
                <a:effectLst>
                  <a:outerShdw blurRad="50800" dist="50800" dir="2460000" algn="ctr" rotWithShape="0">
                    <a:schemeClr val="bg2">
                      <a:alpha val="67000"/>
                    </a:schemeClr>
                  </a:outerShdw>
                </a:effectLst>
              </a:rPr>
              <a:t>Simulation Stellaire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B9019E13-1FDA-EB7D-89C6-0DCB58FA0731}"/>
              </a:ext>
            </a:extLst>
          </p:cNvPr>
          <p:cNvSpPr txBox="1"/>
          <p:nvPr/>
        </p:nvSpPr>
        <p:spPr>
          <a:xfrm>
            <a:off x="-52252" y="6304282"/>
            <a:ext cx="57999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0" i="0" strike="noStrike" dirty="0">
                <a:solidFill>
                  <a:schemeClr val="bg1">
                    <a:lumMod val="65000"/>
                  </a:schemeClr>
                </a:solidFill>
                <a:effectLst/>
                <a:latin typeface="Arial" panose="020B0604020202020204" pitchFamily="34" charset="0"/>
              </a:rPr>
              <a:t>Image de L1527 IRS, </a:t>
            </a:r>
          </a:p>
          <a:p>
            <a:r>
              <a:rPr lang="fr-FR" sz="1600" b="0" i="0" strike="noStrike" dirty="0">
                <a:solidFill>
                  <a:schemeClr val="bg1">
                    <a:lumMod val="65000"/>
                  </a:schemeClr>
                </a:solidFill>
                <a:effectLst/>
                <a:latin typeface="Arial" panose="020B0604020202020204" pitchFamily="34" charset="0"/>
              </a:rPr>
              <a:t>prise par le télescope spatial James-Webb</a:t>
            </a:r>
            <a:r>
              <a:rPr lang="fr-FR" sz="16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, NASA </a:t>
            </a:r>
            <a:endParaRPr lang="fr-FR" sz="16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4980452"/>
      </p:ext>
    </p:extLst>
  </p:cSld>
  <p:clrMapOvr>
    <a:masterClrMapping/>
  </p:clrMapOvr>
  <p:transition spd="slow">
    <p:push dir="u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1B769A-C901-4489-136F-DA53737E7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Image 58">
            <a:extLst>
              <a:ext uri="{FF2B5EF4-FFF2-40B4-BE49-F238E27FC236}">
                <a16:creationId xmlns:a16="http://schemas.microsoft.com/office/drawing/2014/main" id="{8BDABF41-A096-DB8E-A592-5E7FEFBD34E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3260" y="-13856"/>
            <a:ext cx="10705479" cy="6871856"/>
          </a:xfrm>
          <a:prstGeom prst="rect">
            <a:avLst/>
          </a:prstGeom>
        </p:spPr>
      </p:pic>
      <p:grpSp>
        <p:nvGrpSpPr>
          <p:cNvPr id="61" name="start">
            <a:extLst>
              <a:ext uri="{FF2B5EF4-FFF2-40B4-BE49-F238E27FC236}">
                <a16:creationId xmlns:a16="http://schemas.microsoft.com/office/drawing/2014/main" id="{5C9CFD81-5ABF-A004-6B90-A9BB9DADA43C}"/>
              </a:ext>
            </a:extLst>
          </p:cNvPr>
          <p:cNvGrpSpPr/>
          <p:nvPr/>
        </p:nvGrpSpPr>
        <p:grpSpPr>
          <a:xfrm>
            <a:off x="6711815" y="5711211"/>
            <a:ext cx="2069819" cy="891802"/>
            <a:chOff x="6711815" y="5711211"/>
            <a:chExt cx="2069819" cy="891802"/>
          </a:xfrm>
        </p:grpSpPr>
        <p:sp>
          <p:nvSpPr>
            <p:cNvPr id="10" name="ZoneTexte 9">
              <a:extLst>
                <a:ext uri="{FF2B5EF4-FFF2-40B4-BE49-F238E27FC236}">
                  <a16:creationId xmlns:a16="http://schemas.microsoft.com/office/drawing/2014/main" id="{AEF1CF00-F504-00C9-3063-FB5285E0B78E}"/>
                </a:ext>
              </a:extLst>
            </p:cNvPr>
            <p:cNvSpPr txBox="1"/>
            <p:nvPr/>
          </p:nvSpPr>
          <p:spPr>
            <a:xfrm>
              <a:off x="6711815" y="6264459"/>
              <a:ext cx="185089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600" dirty="0">
                  <a:solidFill>
                    <a:schemeClr val="bg1"/>
                  </a:solidFill>
                </a:rPr>
                <a:t>Lancer / Faire pause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6845B7F-5D06-D5F4-31AF-FE2D8BC3A1B2}"/>
                </a:ext>
              </a:extLst>
            </p:cNvPr>
            <p:cNvSpPr/>
            <p:nvPr/>
          </p:nvSpPr>
          <p:spPr>
            <a:xfrm>
              <a:off x="7705870" y="5711211"/>
              <a:ext cx="1075764" cy="262218"/>
            </a:xfrm>
            <a:prstGeom prst="rect">
              <a:avLst/>
            </a:prstGeom>
            <a:noFill/>
            <a:ln w="317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22" name="Connecteur en angle 21">
              <a:extLst>
                <a:ext uri="{FF2B5EF4-FFF2-40B4-BE49-F238E27FC236}">
                  <a16:creationId xmlns:a16="http://schemas.microsoft.com/office/drawing/2014/main" id="{6D8A1E4E-E474-7E11-C51C-BDE71F10E904}"/>
                </a:ext>
              </a:extLst>
            </p:cNvPr>
            <p:cNvCxnSpPr>
              <a:cxnSpLocks/>
              <a:stCxn id="10" idx="0"/>
              <a:endCxn id="17" idx="2"/>
            </p:cNvCxnSpPr>
            <p:nvPr/>
          </p:nvCxnSpPr>
          <p:spPr>
            <a:xfrm rot="5400000" flipH="1" flipV="1">
              <a:off x="7794991" y="5815699"/>
              <a:ext cx="291030" cy="606491"/>
            </a:xfrm>
            <a:prstGeom prst="bentConnector3">
              <a:avLst>
                <a:gd name="adj1" fmla="val 50000"/>
              </a:avLst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2" name="reset">
            <a:extLst>
              <a:ext uri="{FF2B5EF4-FFF2-40B4-BE49-F238E27FC236}">
                <a16:creationId xmlns:a16="http://schemas.microsoft.com/office/drawing/2014/main" id="{473708ED-C2B9-7503-CAFF-D32C3ACC0C27}"/>
              </a:ext>
            </a:extLst>
          </p:cNvPr>
          <p:cNvGrpSpPr/>
          <p:nvPr/>
        </p:nvGrpSpPr>
        <p:grpSpPr>
          <a:xfrm>
            <a:off x="9312999" y="5711211"/>
            <a:ext cx="2118983" cy="696302"/>
            <a:chOff x="9312999" y="5711211"/>
            <a:chExt cx="2118983" cy="696302"/>
          </a:xfrm>
        </p:grpSpPr>
        <p:sp>
          <p:nvSpPr>
            <p:cNvPr id="4" name="ZoneTexte 3">
              <a:extLst>
                <a:ext uri="{FF2B5EF4-FFF2-40B4-BE49-F238E27FC236}">
                  <a16:creationId xmlns:a16="http://schemas.microsoft.com/office/drawing/2014/main" id="{E18D20AA-E7A7-376A-7786-2540576E4C62}"/>
                </a:ext>
              </a:extLst>
            </p:cNvPr>
            <p:cNvSpPr txBox="1"/>
            <p:nvPr/>
          </p:nvSpPr>
          <p:spPr>
            <a:xfrm>
              <a:off x="10087541" y="6091490"/>
              <a:ext cx="1344441" cy="3160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400" dirty="0">
                  <a:solidFill>
                    <a:schemeClr val="bg1"/>
                  </a:solidFill>
                </a:rPr>
                <a:t>Recommencer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6D57C86-157D-96AA-F2E3-6F053B195932}"/>
                </a:ext>
              </a:extLst>
            </p:cNvPr>
            <p:cNvSpPr/>
            <p:nvPr/>
          </p:nvSpPr>
          <p:spPr>
            <a:xfrm>
              <a:off x="9312999" y="5711211"/>
              <a:ext cx="1075764" cy="262218"/>
            </a:xfrm>
            <a:prstGeom prst="rect">
              <a:avLst/>
            </a:prstGeom>
            <a:noFill/>
            <a:ln w="317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31" name="Connecteur en angle 30">
              <a:extLst>
                <a:ext uri="{FF2B5EF4-FFF2-40B4-BE49-F238E27FC236}">
                  <a16:creationId xmlns:a16="http://schemas.microsoft.com/office/drawing/2014/main" id="{CECBEECD-8B2A-F2E4-EF38-FE3D08F43D01}"/>
                </a:ext>
              </a:extLst>
            </p:cNvPr>
            <p:cNvCxnSpPr>
              <a:cxnSpLocks/>
              <a:stCxn id="4" idx="0"/>
              <a:endCxn id="18" idx="3"/>
            </p:cNvCxnSpPr>
            <p:nvPr/>
          </p:nvCxnSpPr>
          <p:spPr>
            <a:xfrm rot="16200000" flipV="1">
              <a:off x="10449678" y="5781405"/>
              <a:ext cx="249170" cy="370999"/>
            </a:xfrm>
            <a:prstGeom prst="bentConnector2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0" name="zone simu">
            <a:extLst>
              <a:ext uri="{FF2B5EF4-FFF2-40B4-BE49-F238E27FC236}">
                <a16:creationId xmlns:a16="http://schemas.microsoft.com/office/drawing/2014/main" id="{95F1F686-66DE-4A94-EBC1-CA199F3E386F}"/>
              </a:ext>
            </a:extLst>
          </p:cNvPr>
          <p:cNvGrpSpPr/>
          <p:nvPr/>
        </p:nvGrpSpPr>
        <p:grpSpPr>
          <a:xfrm>
            <a:off x="1407215" y="929265"/>
            <a:ext cx="5091952" cy="5060037"/>
            <a:chOff x="1407215" y="929265"/>
            <a:chExt cx="5091952" cy="5060037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5E84C1C0-6FFA-EB80-17BE-2A7FA8153D55}"/>
                </a:ext>
              </a:extLst>
            </p:cNvPr>
            <p:cNvSpPr/>
            <p:nvPr/>
          </p:nvSpPr>
          <p:spPr>
            <a:xfrm>
              <a:off x="1407215" y="929265"/>
              <a:ext cx="5091952" cy="5060037"/>
            </a:xfrm>
            <a:prstGeom prst="rect">
              <a:avLst/>
            </a:prstGeom>
            <a:noFill/>
            <a:ln w="317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57" name="ZoneTexte 56">
              <a:extLst>
                <a:ext uri="{FF2B5EF4-FFF2-40B4-BE49-F238E27FC236}">
                  <a16:creationId xmlns:a16="http://schemas.microsoft.com/office/drawing/2014/main" id="{EE612E5F-7B4B-DAFF-7983-CE1971561086}"/>
                </a:ext>
              </a:extLst>
            </p:cNvPr>
            <p:cNvSpPr txBox="1"/>
            <p:nvPr/>
          </p:nvSpPr>
          <p:spPr>
            <a:xfrm>
              <a:off x="1608415" y="1085612"/>
              <a:ext cx="284369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600" dirty="0">
                  <a:solidFill>
                    <a:schemeClr val="bg1"/>
                  </a:solidFill>
                </a:rPr>
                <a:t>Zone où la simulation se passe</a:t>
              </a:r>
            </a:p>
          </p:txBody>
        </p:sp>
      </p:grpSp>
      <p:grpSp>
        <p:nvGrpSpPr>
          <p:cNvPr id="88" name="partie 1 ">
            <a:extLst>
              <a:ext uri="{FF2B5EF4-FFF2-40B4-BE49-F238E27FC236}">
                <a16:creationId xmlns:a16="http://schemas.microsoft.com/office/drawing/2014/main" id="{DF0E6706-0F0E-7846-1322-65FCA561D301}"/>
              </a:ext>
            </a:extLst>
          </p:cNvPr>
          <p:cNvGrpSpPr/>
          <p:nvPr/>
        </p:nvGrpSpPr>
        <p:grpSpPr>
          <a:xfrm>
            <a:off x="3415308" y="224186"/>
            <a:ext cx="8735428" cy="778293"/>
            <a:chOff x="3415308" y="224186"/>
            <a:chExt cx="8735428" cy="778293"/>
          </a:xfrm>
        </p:grpSpPr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9C7F8DD9-1BDC-EAC4-D2BC-74FCB8752740}"/>
                </a:ext>
              </a:extLst>
            </p:cNvPr>
            <p:cNvSpPr/>
            <p:nvPr/>
          </p:nvSpPr>
          <p:spPr>
            <a:xfrm>
              <a:off x="3415308" y="224186"/>
              <a:ext cx="5366325" cy="262218"/>
            </a:xfrm>
            <a:prstGeom prst="rect">
              <a:avLst/>
            </a:prstGeom>
            <a:noFill/>
            <a:ln w="317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84" name="ZoneTexte 83">
              <a:extLst>
                <a:ext uri="{FF2B5EF4-FFF2-40B4-BE49-F238E27FC236}">
                  <a16:creationId xmlns:a16="http://schemas.microsoft.com/office/drawing/2014/main" id="{245D8435-E336-9794-E126-028E0092C28D}"/>
                </a:ext>
              </a:extLst>
            </p:cNvPr>
            <p:cNvSpPr txBox="1"/>
            <p:nvPr/>
          </p:nvSpPr>
          <p:spPr>
            <a:xfrm>
              <a:off x="8719284" y="663925"/>
              <a:ext cx="343145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600" dirty="0">
                  <a:solidFill>
                    <a:schemeClr val="bg1"/>
                  </a:solidFill>
                </a:rPr>
                <a:t>NE PAS CLIQUER SUR CE BOUTON</a:t>
              </a:r>
            </a:p>
          </p:txBody>
        </p:sp>
        <p:cxnSp>
          <p:nvCxnSpPr>
            <p:cNvPr id="85" name="Connecteur en angle 84">
              <a:extLst>
                <a:ext uri="{FF2B5EF4-FFF2-40B4-BE49-F238E27FC236}">
                  <a16:creationId xmlns:a16="http://schemas.microsoft.com/office/drawing/2014/main" id="{8E4D6A6C-9F06-77F4-CC62-574DF3CCD9A0}"/>
                </a:ext>
              </a:extLst>
            </p:cNvPr>
            <p:cNvCxnSpPr>
              <a:cxnSpLocks/>
              <a:stCxn id="84" idx="0"/>
              <a:endCxn id="83" idx="3"/>
            </p:cNvCxnSpPr>
            <p:nvPr/>
          </p:nvCxnSpPr>
          <p:spPr>
            <a:xfrm rot="16200000" flipV="1">
              <a:off x="9454007" y="-317079"/>
              <a:ext cx="308630" cy="1653377"/>
            </a:xfrm>
            <a:prstGeom prst="bentConnector2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5" name="infobulle">
            <a:extLst>
              <a:ext uri="{FF2B5EF4-FFF2-40B4-BE49-F238E27FC236}">
                <a16:creationId xmlns:a16="http://schemas.microsoft.com/office/drawing/2014/main" id="{7C33066F-7797-8165-E7AE-BED67953F813}"/>
              </a:ext>
            </a:extLst>
          </p:cNvPr>
          <p:cNvGrpSpPr/>
          <p:nvPr/>
        </p:nvGrpSpPr>
        <p:grpSpPr>
          <a:xfrm>
            <a:off x="1559615" y="5011320"/>
            <a:ext cx="3534899" cy="1577711"/>
            <a:chOff x="1559615" y="5011320"/>
            <a:chExt cx="3534899" cy="1577711"/>
          </a:xfrm>
        </p:grpSpPr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DEB7F74D-D12C-3196-8AC6-54416AE38326}"/>
                </a:ext>
              </a:extLst>
            </p:cNvPr>
            <p:cNvSpPr/>
            <p:nvPr/>
          </p:nvSpPr>
          <p:spPr>
            <a:xfrm>
              <a:off x="1559615" y="5011320"/>
              <a:ext cx="1855693" cy="830999"/>
            </a:xfrm>
            <a:prstGeom prst="rect">
              <a:avLst/>
            </a:prstGeom>
            <a:noFill/>
            <a:ln w="317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90" name="ZoneTexte 89">
              <a:extLst>
                <a:ext uri="{FF2B5EF4-FFF2-40B4-BE49-F238E27FC236}">
                  <a16:creationId xmlns:a16="http://schemas.microsoft.com/office/drawing/2014/main" id="{11CD7537-0F94-4AFC-2512-DC3FD7D3B896}"/>
                </a:ext>
              </a:extLst>
            </p:cNvPr>
            <p:cNvSpPr txBox="1"/>
            <p:nvPr/>
          </p:nvSpPr>
          <p:spPr>
            <a:xfrm>
              <a:off x="1908398" y="6004256"/>
              <a:ext cx="318611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600" dirty="0">
                  <a:solidFill>
                    <a:schemeClr val="bg1"/>
                  </a:solidFill>
                </a:rPr>
                <a:t>Des informations apparaitront ici quand la souris et sur une étoile </a:t>
              </a:r>
            </a:p>
          </p:txBody>
        </p:sp>
        <p:cxnSp>
          <p:nvCxnSpPr>
            <p:cNvPr id="91" name="Connecteur en angle 90">
              <a:extLst>
                <a:ext uri="{FF2B5EF4-FFF2-40B4-BE49-F238E27FC236}">
                  <a16:creationId xmlns:a16="http://schemas.microsoft.com/office/drawing/2014/main" id="{4CF850A1-993F-A30D-88FB-8913D8DD3FD5}"/>
                </a:ext>
              </a:extLst>
            </p:cNvPr>
            <p:cNvCxnSpPr>
              <a:cxnSpLocks/>
              <a:stCxn id="90" idx="0"/>
              <a:endCxn id="89" idx="3"/>
            </p:cNvCxnSpPr>
            <p:nvPr/>
          </p:nvCxnSpPr>
          <p:spPr>
            <a:xfrm rot="16200000" flipV="1">
              <a:off x="3169664" y="5672464"/>
              <a:ext cx="577436" cy="86148"/>
            </a:xfrm>
            <a:prstGeom prst="bentConnector2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3" name="floutage">
            <a:extLst>
              <a:ext uri="{FF2B5EF4-FFF2-40B4-BE49-F238E27FC236}">
                <a16:creationId xmlns:a16="http://schemas.microsoft.com/office/drawing/2014/main" id="{82C39039-13CD-5644-21EF-FB649AE3555B}"/>
              </a:ext>
            </a:extLst>
          </p:cNvPr>
          <p:cNvSpPr/>
          <p:nvPr/>
        </p:nvSpPr>
        <p:spPr>
          <a:xfrm>
            <a:off x="7823" y="-1"/>
            <a:ext cx="12176354" cy="6858001"/>
          </a:xfrm>
          <a:prstGeom prst="rect">
            <a:avLst/>
          </a:prstGeom>
          <a:gradFill>
            <a:gsLst>
              <a:gs pos="0">
                <a:schemeClr val="tx2">
                  <a:lumMod val="50000"/>
                </a:schemeClr>
              </a:gs>
              <a:gs pos="74000">
                <a:schemeClr val="tx2">
                  <a:lumMod val="60000"/>
                  <a:lumOff val="40000"/>
                  <a:alpha val="53000"/>
                </a:schemeClr>
              </a:gs>
              <a:gs pos="83000">
                <a:schemeClr val="tx2">
                  <a:lumMod val="40000"/>
                  <a:lumOff val="60000"/>
                  <a:alpha val="35000"/>
                </a:schemeClr>
              </a:gs>
              <a:gs pos="100000">
                <a:schemeClr val="tx2">
                  <a:lumMod val="20000"/>
                  <a:lumOff val="80000"/>
                  <a:alpha val="14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grpSp>
        <p:nvGrpSpPr>
          <p:cNvPr id="64" name="titre partie 1">
            <a:extLst>
              <a:ext uri="{FF2B5EF4-FFF2-40B4-BE49-F238E27FC236}">
                <a16:creationId xmlns:a16="http://schemas.microsoft.com/office/drawing/2014/main" id="{5FED5DF8-95FB-8656-97E6-B07250183266}"/>
              </a:ext>
            </a:extLst>
          </p:cNvPr>
          <p:cNvGrpSpPr/>
          <p:nvPr/>
        </p:nvGrpSpPr>
        <p:grpSpPr>
          <a:xfrm>
            <a:off x="-6135797" y="301217"/>
            <a:ext cx="12541646" cy="830997"/>
            <a:chOff x="-3549749" y="301217"/>
            <a:chExt cx="7328089" cy="830997"/>
          </a:xfrm>
        </p:grpSpPr>
        <p:sp>
          <p:nvSpPr>
            <p:cNvPr id="65" name="Chevron 64">
              <a:extLst>
                <a:ext uri="{FF2B5EF4-FFF2-40B4-BE49-F238E27FC236}">
                  <a16:creationId xmlns:a16="http://schemas.microsoft.com/office/drawing/2014/main" id="{DAD04B82-173A-DA0C-03D8-414A8A5764EF}"/>
                </a:ext>
              </a:extLst>
            </p:cNvPr>
            <p:cNvSpPr/>
            <p:nvPr/>
          </p:nvSpPr>
          <p:spPr>
            <a:xfrm rot="10800000">
              <a:off x="-3549749" y="301217"/>
              <a:ext cx="7328089" cy="830997"/>
            </a:xfrm>
            <a:prstGeom prst="chevron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>
                <a:solidFill>
                  <a:schemeClr val="tx1"/>
                </a:solidFill>
              </a:endParaRPr>
            </a:p>
          </p:txBody>
        </p:sp>
        <p:sp>
          <p:nvSpPr>
            <p:cNvPr id="66" name="ZoneTexte 65">
              <a:extLst>
                <a:ext uri="{FF2B5EF4-FFF2-40B4-BE49-F238E27FC236}">
                  <a16:creationId xmlns:a16="http://schemas.microsoft.com/office/drawing/2014/main" id="{33C6450E-C543-8A3C-5623-B8043B180D3E}"/>
                </a:ext>
              </a:extLst>
            </p:cNvPr>
            <p:cNvSpPr txBox="1"/>
            <p:nvPr/>
          </p:nvSpPr>
          <p:spPr>
            <a:xfrm>
              <a:off x="151905" y="362772"/>
              <a:ext cx="328955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4000" dirty="0"/>
                <a:t>Consignes de la partie </a:t>
              </a:r>
              <a:r>
                <a:rPr lang="fr-FR" sz="4000" dirty="0">
                  <a:latin typeface="Arial" panose="020B0604020202020204" pitchFamily="34" charset="0"/>
                  <a:cs typeface="Arial" panose="020B0604020202020204" pitchFamily="34" charset="0"/>
                </a:rPr>
                <a:t>1 </a:t>
              </a:r>
            </a:p>
          </p:txBody>
        </p:sp>
      </p:grpSp>
      <p:sp>
        <p:nvSpPr>
          <p:cNvPr id="67" name="ZoneTexte 66">
            <a:extLst>
              <a:ext uri="{FF2B5EF4-FFF2-40B4-BE49-F238E27FC236}">
                <a16:creationId xmlns:a16="http://schemas.microsoft.com/office/drawing/2014/main" id="{52BD7990-2755-59AA-7AFF-E001C45CE92E}"/>
              </a:ext>
            </a:extLst>
          </p:cNvPr>
          <p:cNvSpPr txBox="1"/>
          <p:nvPr/>
        </p:nvSpPr>
        <p:spPr>
          <a:xfrm>
            <a:off x="1065824" y="1408288"/>
            <a:ext cx="1068005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>
                <a:solidFill>
                  <a:schemeClr val="bg1"/>
                </a:solidFill>
              </a:rPr>
              <a:t>1. Appuyer sur le bouton « Start »</a:t>
            </a:r>
          </a:p>
          <a:p>
            <a:r>
              <a:rPr lang="fr-FR" sz="3200" dirty="0">
                <a:solidFill>
                  <a:schemeClr val="bg1"/>
                </a:solidFill>
              </a:rPr>
              <a:t>2. Observer ce qui se passe </a:t>
            </a:r>
          </a:p>
          <a:p>
            <a:r>
              <a:rPr lang="fr-FR" sz="3200" dirty="0">
                <a:solidFill>
                  <a:schemeClr val="bg1"/>
                </a:solidFill>
              </a:rPr>
              <a:t>3. Répondre aux questions suivantes :</a:t>
            </a:r>
          </a:p>
          <a:p>
            <a:r>
              <a:rPr lang="fr-FR" sz="3200" dirty="0">
                <a:solidFill>
                  <a:schemeClr val="bg1"/>
                </a:solidFill>
              </a:rPr>
              <a:t>	- Que peut-on voir au bout 150 millions d’années ?</a:t>
            </a:r>
          </a:p>
          <a:p>
            <a:r>
              <a:rPr lang="fr-FR" sz="3200" dirty="0">
                <a:solidFill>
                  <a:schemeClr val="bg1"/>
                </a:solidFill>
              </a:rPr>
              <a:t>	- Quels types d’étoiles se forment ? </a:t>
            </a:r>
          </a:p>
          <a:p>
            <a:r>
              <a:rPr lang="fr-FR" sz="3200" dirty="0">
                <a:solidFill>
                  <a:schemeClr val="bg1"/>
                </a:solidFill>
              </a:rPr>
              <a:t>	- Combien de temps vivent t’elles ? </a:t>
            </a:r>
          </a:p>
          <a:p>
            <a:r>
              <a:rPr lang="fr-FR" sz="3200" dirty="0">
                <a:solidFill>
                  <a:schemeClr val="bg1"/>
                </a:solidFill>
              </a:rPr>
              <a:t>4. Utiliser le bouton « Reset » et voir ce qu’il se passe</a:t>
            </a:r>
          </a:p>
          <a:p>
            <a:endParaRPr lang="fr-FR" sz="3200" dirty="0">
              <a:solidFill>
                <a:schemeClr val="bg1"/>
              </a:solidFill>
            </a:endParaRPr>
          </a:p>
          <a:p>
            <a:pPr marL="914400" lvl="1" indent="-457200">
              <a:buFontTx/>
              <a:buChar char="-"/>
            </a:pPr>
            <a:endParaRPr lang="fr-FR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1827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animBg="1"/>
      <p:bldP spid="67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4484D4-5588-67B4-F6A9-445E28189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E624B5F6-A909-EE10-BA26-46ED33335FD3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3260" y="-13856"/>
            <a:ext cx="10705479" cy="6871856"/>
          </a:xfrm>
          <a:prstGeom prst="rect">
            <a:avLst/>
          </a:prstGeom>
        </p:spPr>
      </p:pic>
      <p:grpSp>
        <p:nvGrpSpPr>
          <p:cNvPr id="5" name="partie 1 ">
            <a:extLst>
              <a:ext uri="{FF2B5EF4-FFF2-40B4-BE49-F238E27FC236}">
                <a16:creationId xmlns:a16="http://schemas.microsoft.com/office/drawing/2014/main" id="{38A5B87E-8C1C-541D-5999-202AE98111A5}"/>
              </a:ext>
            </a:extLst>
          </p:cNvPr>
          <p:cNvGrpSpPr/>
          <p:nvPr/>
        </p:nvGrpSpPr>
        <p:grpSpPr>
          <a:xfrm>
            <a:off x="3415308" y="224186"/>
            <a:ext cx="7734676" cy="1287751"/>
            <a:chOff x="3415308" y="224186"/>
            <a:chExt cx="7734676" cy="1287751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5D63387-1E39-4DCA-AC0E-D20CB090EEA4}"/>
                </a:ext>
              </a:extLst>
            </p:cNvPr>
            <p:cNvSpPr/>
            <p:nvPr/>
          </p:nvSpPr>
          <p:spPr>
            <a:xfrm>
              <a:off x="3415308" y="224186"/>
              <a:ext cx="5366325" cy="262218"/>
            </a:xfrm>
            <a:prstGeom prst="rect">
              <a:avLst/>
            </a:prstGeom>
            <a:solidFill>
              <a:srgbClr val="FF0000">
                <a:alpha val="21000"/>
              </a:srgbClr>
            </a:solidFill>
            <a:ln w="317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7" name="ZoneTexte 6">
              <a:extLst>
                <a:ext uri="{FF2B5EF4-FFF2-40B4-BE49-F238E27FC236}">
                  <a16:creationId xmlns:a16="http://schemas.microsoft.com/office/drawing/2014/main" id="{4621B5C4-E3E3-EAB7-5217-D7C1960C5270}"/>
                </a:ext>
              </a:extLst>
            </p:cNvPr>
            <p:cNvSpPr txBox="1"/>
            <p:nvPr/>
          </p:nvSpPr>
          <p:spPr>
            <a:xfrm>
              <a:off x="7278411" y="927162"/>
              <a:ext cx="3871573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3200" dirty="0">
                  <a:solidFill>
                    <a:schemeClr val="bg1"/>
                  </a:solidFill>
                </a:rPr>
                <a:t>Cliquer sur ce bouton</a:t>
              </a:r>
            </a:p>
          </p:txBody>
        </p:sp>
        <p:cxnSp>
          <p:nvCxnSpPr>
            <p:cNvPr id="8" name="Connecteur en angle 7">
              <a:extLst>
                <a:ext uri="{FF2B5EF4-FFF2-40B4-BE49-F238E27FC236}">
                  <a16:creationId xmlns:a16="http://schemas.microsoft.com/office/drawing/2014/main" id="{1202DB4E-630D-C4D6-CC41-AF8B3CF416E8}"/>
                </a:ext>
              </a:extLst>
            </p:cNvPr>
            <p:cNvCxnSpPr>
              <a:cxnSpLocks/>
              <a:stCxn id="7" idx="0"/>
              <a:endCxn id="6" idx="3"/>
            </p:cNvCxnSpPr>
            <p:nvPr/>
          </p:nvCxnSpPr>
          <p:spPr>
            <a:xfrm rot="16200000" flipV="1">
              <a:off x="8711983" y="424946"/>
              <a:ext cx="571867" cy="432565"/>
            </a:xfrm>
            <a:prstGeom prst="bentConnector2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00330120"/>
      </p:ext>
    </p:extLst>
  </p:cSld>
  <p:clrMapOvr>
    <a:masterClrMapping/>
  </p:clrMapOvr>
  <p:transition spd="slow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F856D0-0A72-7740-1AE3-E2052D1BA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CBCB95A6-0AF6-A06D-D34A-FBFC7FBE1F4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8034" y="0"/>
            <a:ext cx="10675931" cy="6858000"/>
          </a:xfrm>
          <a:prstGeom prst="rect">
            <a:avLst/>
          </a:prstGeom>
        </p:spPr>
      </p:pic>
      <p:grpSp>
        <p:nvGrpSpPr>
          <p:cNvPr id="44" name="zone simu">
            <a:extLst>
              <a:ext uri="{FF2B5EF4-FFF2-40B4-BE49-F238E27FC236}">
                <a16:creationId xmlns:a16="http://schemas.microsoft.com/office/drawing/2014/main" id="{A124C8C4-0833-8E1A-293F-7D8D80134382}"/>
              </a:ext>
            </a:extLst>
          </p:cNvPr>
          <p:cNvGrpSpPr/>
          <p:nvPr/>
        </p:nvGrpSpPr>
        <p:grpSpPr>
          <a:xfrm>
            <a:off x="1417949" y="929265"/>
            <a:ext cx="5091952" cy="5060037"/>
            <a:chOff x="1417949" y="929265"/>
            <a:chExt cx="5091952" cy="5060037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AD120F7-C8B1-05FE-89BC-6E027ADA975C}"/>
                </a:ext>
              </a:extLst>
            </p:cNvPr>
            <p:cNvSpPr/>
            <p:nvPr/>
          </p:nvSpPr>
          <p:spPr>
            <a:xfrm>
              <a:off x="1417949" y="929265"/>
              <a:ext cx="5091952" cy="5060037"/>
            </a:xfrm>
            <a:prstGeom prst="rect">
              <a:avLst/>
            </a:prstGeom>
            <a:noFill/>
            <a:ln w="317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0" name="ZoneTexte 9">
              <a:extLst>
                <a:ext uri="{FF2B5EF4-FFF2-40B4-BE49-F238E27FC236}">
                  <a16:creationId xmlns:a16="http://schemas.microsoft.com/office/drawing/2014/main" id="{6B6B282D-E0B2-EE60-1CE0-152617638597}"/>
                </a:ext>
              </a:extLst>
            </p:cNvPr>
            <p:cNvSpPr txBox="1"/>
            <p:nvPr/>
          </p:nvSpPr>
          <p:spPr>
            <a:xfrm>
              <a:off x="1536017" y="1057903"/>
              <a:ext cx="3316201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>
                  <a:solidFill>
                    <a:schemeClr val="bg1"/>
                  </a:solidFill>
                </a:rPr>
                <a:t>Zone où la simulation se passe</a:t>
              </a:r>
            </a:p>
            <a:p>
              <a:endParaRPr lang="fr-FR" dirty="0">
                <a:solidFill>
                  <a:schemeClr val="bg1"/>
                </a:solidFill>
              </a:endParaRPr>
            </a:p>
            <a:p>
              <a:r>
                <a:rPr lang="fr-FR" dirty="0">
                  <a:solidFill>
                    <a:schemeClr val="bg1"/>
                  </a:solidFill>
                </a:rPr>
                <a:t>Maintenant, vous pouvez cliquer pour ajouter des nuages de gaz</a:t>
              </a:r>
            </a:p>
          </p:txBody>
        </p:sp>
      </p:grpSp>
      <p:grpSp>
        <p:nvGrpSpPr>
          <p:cNvPr id="43" name="sliders">
            <a:extLst>
              <a:ext uri="{FF2B5EF4-FFF2-40B4-BE49-F238E27FC236}">
                <a16:creationId xmlns:a16="http://schemas.microsoft.com/office/drawing/2014/main" id="{C633BA21-1ED9-FB3E-49A3-0567D22EF385}"/>
              </a:ext>
            </a:extLst>
          </p:cNvPr>
          <p:cNvGrpSpPr/>
          <p:nvPr/>
        </p:nvGrpSpPr>
        <p:grpSpPr>
          <a:xfrm>
            <a:off x="-62785" y="5270992"/>
            <a:ext cx="6714908" cy="1247795"/>
            <a:chOff x="-62785" y="5270992"/>
            <a:chExt cx="6714908" cy="1247795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FFCF4BC-169D-D773-533E-C6ADC079A66B}"/>
                </a:ext>
              </a:extLst>
            </p:cNvPr>
            <p:cNvSpPr/>
            <p:nvPr/>
          </p:nvSpPr>
          <p:spPr>
            <a:xfrm>
              <a:off x="1061927" y="6079323"/>
              <a:ext cx="5590196" cy="439464"/>
            </a:xfrm>
            <a:prstGeom prst="rect">
              <a:avLst/>
            </a:prstGeom>
            <a:noFill/>
            <a:ln w="317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4" name="ZoneTexte 13">
              <a:extLst>
                <a:ext uri="{FF2B5EF4-FFF2-40B4-BE49-F238E27FC236}">
                  <a16:creationId xmlns:a16="http://schemas.microsoft.com/office/drawing/2014/main" id="{23872669-EC83-0C2E-BD03-80662DD4E3D0}"/>
                </a:ext>
              </a:extLst>
            </p:cNvPr>
            <p:cNvSpPr txBox="1"/>
            <p:nvPr/>
          </p:nvSpPr>
          <p:spPr>
            <a:xfrm>
              <a:off x="-62785" y="5270992"/>
              <a:ext cx="226138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600" dirty="0">
                  <a:solidFill>
                    <a:schemeClr val="bg1"/>
                  </a:solidFill>
                </a:rPr>
                <a:t>Ajuster la masse et la taille de la masse ajoutée </a:t>
              </a:r>
            </a:p>
          </p:txBody>
        </p:sp>
        <p:cxnSp>
          <p:nvCxnSpPr>
            <p:cNvPr id="17" name="Connecteur en angle 16">
              <a:extLst>
                <a:ext uri="{FF2B5EF4-FFF2-40B4-BE49-F238E27FC236}">
                  <a16:creationId xmlns:a16="http://schemas.microsoft.com/office/drawing/2014/main" id="{4EFF6C6C-6AD6-40B6-77E2-C56563D45053}"/>
                </a:ext>
              </a:extLst>
            </p:cNvPr>
            <p:cNvCxnSpPr>
              <a:cxnSpLocks/>
              <a:stCxn id="14" idx="2"/>
              <a:endCxn id="12" idx="1"/>
            </p:cNvCxnSpPr>
            <p:nvPr/>
          </p:nvCxnSpPr>
          <p:spPr>
            <a:xfrm rot="5400000">
              <a:off x="843272" y="6074422"/>
              <a:ext cx="443288" cy="5978"/>
            </a:xfrm>
            <a:prstGeom prst="bentConnector4">
              <a:avLst>
                <a:gd name="adj1" fmla="val 25216"/>
                <a:gd name="adj2" fmla="val 3924021"/>
              </a:avLst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checklist">
            <a:extLst>
              <a:ext uri="{FF2B5EF4-FFF2-40B4-BE49-F238E27FC236}">
                <a16:creationId xmlns:a16="http://schemas.microsoft.com/office/drawing/2014/main" id="{B24C356D-D2C1-4A3A-1694-AE9C058E42A4}"/>
              </a:ext>
            </a:extLst>
          </p:cNvPr>
          <p:cNvGrpSpPr/>
          <p:nvPr/>
        </p:nvGrpSpPr>
        <p:grpSpPr>
          <a:xfrm>
            <a:off x="6922086" y="765515"/>
            <a:ext cx="4717971" cy="4392791"/>
            <a:chOff x="6922086" y="765515"/>
            <a:chExt cx="4717971" cy="4392791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8938EB01-F96C-2835-AC6F-773ED124793C}"/>
                </a:ext>
              </a:extLst>
            </p:cNvPr>
            <p:cNvSpPr/>
            <p:nvPr/>
          </p:nvSpPr>
          <p:spPr>
            <a:xfrm>
              <a:off x="6922086" y="1722783"/>
              <a:ext cx="4148912" cy="3435523"/>
            </a:xfrm>
            <a:prstGeom prst="rect">
              <a:avLst/>
            </a:prstGeom>
            <a:noFill/>
            <a:ln w="317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6" name="ZoneTexte 25">
              <a:extLst>
                <a:ext uri="{FF2B5EF4-FFF2-40B4-BE49-F238E27FC236}">
                  <a16:creationId xmlns:a16="http://schemas.microsoft.com/office/drawing/2014/main" id="{D850B7E8-9D1E-9F20-4A71-A865A8E11BE9}"/>
                </a:ext>
              </a:extLst>
            </p:cNvPr>
            <p:cNvSpPr txBox="1"/>
            <p:nvPr/>
          </p:nvSpPr>
          <p:spPr>
            <a:xfrm>
              <a:off x="8748038" y="765515"/>
              <a:ext cx="289201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600" dirty="0">
                  <a:solidFill>
                    <a:schemeClr val="bg1"/>
                  </a:solidFill>
                </a:rPr>
                <a:t>Liste des étoiles découvertes mise à jour automatiquement !</a:t>
              </a:r>
            </a:p>
          </p:txBody>
        </p:sp>
        <p:cxnSp>
          <p:nvCxnSpPr>
            <p:cNvPr id="29" name="Connecteur en angle 28">
              <a:extLst>
                <a:ext uri="{FF2B5EF4-FFF2-40B4-BE49-F238E27FC236}">
                  <a16:creationId xmlns:a16="http://schemas.microsoft.com/office/drawing/2014/main" id="{91355EFE-195E-4AAE-E079-2F5EA3277FFC}"/>
                </a:ext>
              </a:extLst>
            </p:cNvPr>
            <p:cNvCxnSpPr>
              <a:cxnSpLocks/>
              <a:stCxn id="26" idx="2"/>
              <a:endCxn id="25" idx="0"/>
            </p:cNvCxnSpPr>
            <p:nvPr/>
          </p:nvCxnSpPr>
          <p:spPr>
            <a:xfrm rot="5400000">
              <a:off x="9409049" y="937783"/>
              <a:ext cx="372493" cy="1197506"/>
            </a:xfrm>
            <a:prstGeom prst="bentConnector3">
              <a:avLst>
                <a:gd name="adj1" fmla="val 50000"/>
              </a:avLst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start">
            <a:extLst>
              <a:ext uri="{FF2B5EF4-FFF2-40B4-BE49-F238E27FC236}">
                <a16:creationId xmlns:a16="http://schemas.microsoft.com/office/drawing/2014/main" id="{CD37F46F-41B1-9BCD-55F3-BC60AC141A52}"/>
              </a:ext>
            </a:extLst>
          </p:cNvPr>
          <p:cNvGrpSpPr/>
          <p:nvPr/>
        </p:nvGrpSpPr>
        <p:grpSpPr>
          <a:xfrm>
            <a:off x="6711815" y="5711211"/>
            <a:ext cx="2069819" cy="891802"/>
            <a:chOff x="6711815" y="5711211"/>
            <a:chExt cx="2069819" cy="891802"/>
          </a:xfrm>
        </p:grpSpPr>
        <p:sp>
          <p:nvSpPr>
            <p:cNvPr id="32" name="ZoneTexte 31">
              <a:extLst>
                <a:ext uri="{FF2B5EF4-FFF2-40B4-BE49-F238E27FC236}">
                  <a16:creationId xmlns:a16="http://schemas.microsoft.com/office/drawing/2014/main" id="{02AA10F6-99C4-CD78-9345-73991E6AB1B5}"/>
                </a:ext>
              </a:extLst>
            </p:cNvPr>
            <p:cNvSpPr txBox="1"/>
            <p:nvPr/>
          </p:nvSpPr>
          <p:spPr>
            <a:xfrm>
              <a:off x="6711815" y="6264459"/>
              <a:ext cx="185089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600" dirty="0">
                  <a:solidFill>
                    <a:schemeClr val="bg1"/>
                  </a:solidFill>
                </a:rPr>
                <a:t>Lancer / Faire pause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4519A42E-C57A-1490-C839-503ABC2CC0FF}"/>
                </a:ext>
              </a:extLst>
            </p:cNvPr>
            <p:cNvSpPr/>
            <p:nvPr/>
          </p:nvSpPr>
          <p:spPr>
            <a:xfrm>
              <a:off x="7705870" y="5711211"/>
              <a:ext cx="1075764" cy="262218"/>
            </a:xfrm>
            <a:prstGeom prst="rect">
              <a:avLst/>
            </a:prstGeom>
            <a:noFill/>
            <a:ln w="317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34" name="Connecteur en angle 33">
              <a:extLst>
                <a:ext uri="{FF2B5EF4-FFF2-40B4-BE49-F238E27FC236}">
                  <a16:creationId xmlns:a16="http://schemas.microsoft.com/office/drawing/2014/main" id="{BE5FE1D7-9964-1D9C-3B08-5E85D6115883}"/>
                </a:ext>
              </a:extLst>
            </p:cNvPr>
            <p:cNvCxnSpPr>
              <a:cxnSpLocks/>
              <a:stCxn id="32" idx="0"/>
              <a:endCxn id="33" idx="2"/>
            </p:cNvCxnSpPr>
            <p:nvPr/>
          </p:nvCxnSpPr>
          <p:spPr>
            <a:xfrm rot="5400000" flipH="1" flipV="1">
              <a:off x="7794991" y="5815699"/>
              <a:ext cx="291030" cy="606491"/>
            </a:xfrm>
            <a:prstGeom prst="bentConnector3">
              <a:avLst>
                <a:gd name="adj1" fmla="val 50000"/>
              </a:avLst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reset">
            <a:extLst>
              <a:ext uri="{FF2B5EF4-FFF2-40B4-BE49-F238E27FC236}">
                <a16:creationId xmlns:a16="http://schemas.microsoft.com/office/drawing/2014/main" id="{8BAD711C-4894-9449-16EB-F0158CBE561E}"/>
              </a:ext>
            </a:extLst>
          </p:cNvPr>
          <p:cNvGrpSpPr/>
          <p:nvPr/>
        </p:nvGrpSpPr>
        <p:grpSpPr>
          <a:xfrm>
            <a:off x="9312999" y="5711211"/>
            <a:ext cx="2118983" cy="696302"/>
            <a:chOff x="9312999" y="5711211"/>
            <a:chExt cx="2118983" cy="696302"/>
          </a:xfrm>
        </p:grpSpPr>
        <p:sp>
          <p:nvSpPr>
            <p:cNvPr id="37" name="ZoneTexte 36">
              <a:extLst>
                <a:ext uri="{FF2B5EF4-FFF2-40B4-BE49-F238E27FC236}">
                  <a16:creationId xmlns:a16="http://schemas.microsoft.com/office/drawing/2014/main" id="{7D3DACC2-3A5E-6990-6355-67F678C50622}"/>
                </a:ext>
              </a:extLst>
            </p:cNvPr>
            <p:cNvSpPr txBox="1"/>
            <p:nvPr/>
          </p:nvSpPr>
          <p:spPr>
            <a:xfrm>
              <a:off x="10087541" y="6091490"/>
              <a:ext cx="1344441" cy="3160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400" dirty="0">
                  <a:solidFill>
                    <a:schemeClr val="bg1"/>
                  </a:solidFill>
                </a:rPr>
                <a:t>Recommencer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525A59C5-923B-4C35-F386-B894E3E80DF8}"/>
                </a:ext>
              </a:extLst>
            </p:cNvPr>
            <p:cNvSpPr/>
            <p:nvPr/>
          </p:nvSpPr>
          <p:spPr>
            <a:xfrm>
              <a:off x="9312999" y="5711211"/>
              <a:ext cx="1075764" cy="262218"/>
            </a:xfrm>
            <a:prstGeom prst="rect">
              <a:avLst/>
            </a:prstGeom>
            <a:noFill/>
            <a:ln w="317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41" name="Connecteur en angle 40">
              <a:extLst>
                <a:ext uri="{FF2B5EF4-FFF2-40B4-BE49-F238E27FC236}">
                  <a16:creationId xmlns:a16="http://schemas.microsoft.com/office/drawing/2014/main" id="{A8302D30-E3BF-7790-649D-11D9C2F41854}"/>
                </a:ext>
              </a:extLst>
            </p:cNvPr>
            <p:cNvCxnSpPr>
              <a:cxnSpLocks/>
              <a:stCxn id="37" idx="0"/>
              <a:endCxn id="38" idx="3"/>
            </p:cNvCxnSpPr>
            <p:nvPr/>
          </p:nvCxnSpPr>
          <p:spPr>
            <a:xfrm rot="16200000" flipV="1">
              <a:off x="10449678" y="5781405"/>
              <a:ext cx="249170" cy="370999"/>
            </a:xfrm>
            <a:prstGeom prst="bentConnector2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floutage">
            <a:extLst>
              <a:ext uri="{FF2B5EF4-FFF2-40B4-BE49-F238E27FC236}">
                <a16:creationId xmlns:a16="http://schemas.microsoft.com/office/drawing/2014/main" id="{C2EE6DE6-19FC-D405-639F-03D9F46ED055}"/>
              </a:ext>
            </a:extLst>
          </p:cNvPr>
          <p:cNvSpPr/>
          <p:nvPr/>
        </p:nvSpPr>
        <p:spPr>
          <a:xfrm>
            <a:off x="7823" y="-1"/>
            <a:ext cx="12176354" cy="6858001"/>
          </a:xfrm>
          <a:prstGeom prst="rect">
            <a:avLst/>
          </a:prstGeom>
          <a:gradFill>
            <a:gsLst>
              <a:gs pos="0">
                <a:schemeClr val="tx2">
                  <a:lumMod val="50000"/>
                </a:schemeClr>
              </a:gs>
              <a:gs pos="74000">
                <a:schemeClr val="tx2">
                  <a:lumMod val="60000"/>
                  <a:lumOff val="40000"/>
                  <a:alpha val="70000"/>
                </a:schemeClr>
              </a:gs>
              <a:gs pos="83000">
                <a:schemeClr val="tx2">
                  <a:lumMod val="40000"/>
                  <a:lumOff val="60000"/>
                  <a:alpha val="59000"/>
                </a:schemeClr>
              </a:gs>
              <a:gs pos="100000">
                <a:schemeClr val="tx2">
                  <a:lumMod val="20000"/>
                  <a:lumOff val="80000"/>
                  <a:alpha val="3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grpSp>
        <p:nvGrpSpPr>
          <p:cNvPr id="49" name="Consigne 2">
            <a:extLst>
              <a:ext uri="{FF2B5EF4-FFF2-40B4-BE49-F238E27FC236}">
                <a16:creationId xmlns:a16="http://schemas.microsoft.com/office/drawing/2014/main" id="{7DEA7EBE-0F94-2FD9-303D-E119D96C8BF6}"/>
              </a:ext>
            </a:extLst>
          </p:cNvPr>
          <p:cNvGrpSpPr/>
          <p:nvPr/>
        </p:nvGrpSpPr>
        <p:grpSpPr>
          <a:xfrm>
            <a:off x="-6135797" y="301217"/>
            <a:ext cx="12541646" cy="830997"/>
            <a:chOff x="-3549749" y="301217"/>
            <a:chExt cx="7328089" cy="830997"/>
          </a:xfrm>
        </p:grpSpPr>
        <p:sp>
          <p:nvSpPr>
            <p:cNvPr id="50" name="Chevron 49">
              <a:extLst>
                <a:ext uri="{FF2B5EF4-FFF2-40B4-BE49-F238E27FC236}">
                  <a16:creationId xmlns:a16="http://schemas.microsoft.com/office/drawing/2014/main" id="{088A698E-A685-33F5-0BC8-40A1883E048E}"/>
                </a:ext>
              </a:extLst>
            </p:cNvPr>
            <p:cNvSpPr/>
            <p:nvPr/>
          </p:nvSpPr>
          <p:spPr>
            <a:xfrm rot="10800000">
              <a:off x="-3549749" y="301217"/>
              <a:ext cx="7328089" cy="830997"/>
            </a:xfrm>
            <a:prstGeom prst="chevron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>
                <a:solidFill>
                  <a:schemeClr val="tx1"/>
                </a:solidFill>
              </a:endParaRPr>
            </a:p>
          </p:txBody>
        </p:sp>
        <p:sp>
          <p:nvSpPr>
            <p:cNvPr id="51" name="ZoneTexte 50">
              <a:extLst>
                <a:ext uri="{FF2B5EF4-FFF2-40B4-BE49-F238E27FC236}">
                  <a16:creationId xmlns:a16="http://schemas.microsoft.com/office/drawing/2014/main" id="{48FA1899-635A-9F2F-380B-F1E1176C8A12}"/>
                </a:ext>
              </a:extLst>
            </p:cNvPr>
            <p:cNvSpPr txBox="1"/>
            <p:nvPr/>
          </p:nvSpPr>
          <p:spPr>
            <a:xfrm>
              <a:off x="151905" y="362772"/>
              <a:ext cx="328955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4000" dirty="0"/>
                <a:t>Consignes de la partie </a:t>
              </a:r>
              <a:r>
                <a:rPr lang="fr-FR" sz="40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</p:grpSp>
      <p:sp>
        <p:nvSpPr>
          <p:cNvPr id="52" name="ZoneTexte 51">
            <a:extLst>
              <a:ext uri="{FF2B5EF4-FFF2-40B4-BE49-F238E27FC236}">
                <a16:creationId xmlns:a16="http://schemas.microsoft.com/office/drawing/2014/main" id="{888BE388-CFCB-0E70-B625-79EC65155FF9}"/>
              </a:ext>
            </a:extLst>
          </p:cNvPr>
          <p:cNvSpPr txBox="1"/>
          <p:nvPr/>
        </p:nvSpPr>
        <p:spPr>
          <a:xfrm>
            <a:off x="1250011" y="1205662"/>
            <a:ext cx="10287000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fr-FR" sz="3200" dirty="0">
                <a:solidFill>
                  <a:schemeClr val="bg1"/>
                </a:solidFill>
              </a:rPr>
              <a:t>Cliquer dans le grand carré pour faire apparaitre des nuages de gaz </a:t>
            </a:r>
          </a:p>
          <a:p>
            <a:r>
              <a:rPr lang="fr-FR" sz="3200" dirty="0">
                <a:solidFill>
                  <a:schemeClr val="bg1"/>
                </a:solidFill>
              </a:rPr>
              <a:t>2.  Utiliser les curseurs pour faire apparaître :</a:t>
            </a:r>
          </a:p>
          <a:p>
            <a:r>
              <a:rPr lang="fr-FR" sz="3200" dirty="0">
                <a:solidFill>
                  <a:schemeClr val="bg1"/>
                </a:solidFill>
              </a:rPr>
              <a:t>		- une naine jaune </a:t>
            </a:r>
          </a:p>
          <a:p>
            <a:r>
              <a:rPr lang="fr-FR" sz="3200" dirty="0">
                <a:solidFill>
                  <a:schemeClr val="bg1"/>
                </a:solidFill>
              </a:rPr>
              <a:t>		- une géante bleue </a:t>
            </a:r>
          </a:p>
          <a:p>
            <a:r>
              <a:rPr lang="fr-FR" sz="3200" dirty="0">
                <a:solidFill>
                  <a:schemeClr val="bg1"/>
                </a:solidFill>
              </a:rPr>
              <a:t>	Que se passe-t-il à la mort d’une géante bleue ?</a:t>
            </a:r>
          </a:p>
          <a:p>
            <a:r>
              <a:rPr lang="fr-FR" sz="3200" dirty="0">
                <a:solidFill>
                  <a:schemeClr val="bg1"/>
                </a:solidFill>
              </a:rPr>
              <a:t>3. Remplir le tableau à droite en faisant apparaître tous les types d’étoiles</a:t>
            </a:r>
          </a:p>
        </p:txBody>
      </p:sp>
      <p:sp>
        <p:nvSpPr>
          <p:cNvPr id="54" name="ZoneTexte 53">
            <a:extLst>
              <a:ext uri="{FF2B5EF4-FFF2-40B4-BE49-F238E27FC236}">
                <a16:creationId xmlns:a16="http://schemas.microsoft.com/office/drawing/2014/main" id="{D90307C9-49C5-612A-46F8-E75F514BBED1}"/>
              </a:ext>
            </a:extLst>
          </p:cNvPr>
          <p:cNvSpPr txBox="1"/>
          <p:nvPr/>
        </p:nvSpPr>
        <p:spPr>
          <a:xfrm>
            <a:off x="2053729" y="5178315"/>
            <a:ext cx="101819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>
                <a:solidFill>
                  <a:schemeClr val="bg1"/>
                </a:solidFill>
              </a:rPr>
              <a:t>Bonus : Créer le plus gros trou noir possible </a:t>
            </a:r>
          </a:p>
        </p:txBody>
      </p:sp>
    </p:spTree>
    <p:extLst>
      <p:ext uri="{BB962C8B-B14F-4D97-AF65-F5344CB8AC3E}">
        <p14:creationId xmlns:p14="http://schemas.microsoft.com/office/powerpoint/2010/main" val="1416827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  <p:bldP spid="52" grpId="0"/>
      <p:bldP spid="52" grpId="1"/>
      <p:bldP spid="54" grpId="0"/>
      <p:bldP spid="54" grpId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66223A-C1BB-F42C-9D4B-7E8B3960B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3B0D7518-16BA-726C-FBA7-08F399F02897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8034" y="0"/>
            <a:ext cx="10675931" cy="6858000"/>
          </a:xfrm>
          <a:prstGeom prst="rect">
            <a:avLst/>
          </a:prstGeom>
        </p:spPr>
      </p:pic>
      <p:grpSp>
        <p:nvGrpSpPr>
          <p:cNvPr id="44" name="zone simu">
            <a:extLst>
              <a:ext uri="{FF2B5EF4-FFF2-40B4-BE49-F238E27FC236}">
                <a16:creationId xmlns:a16="http://schemas.microsoft.com/office/drawing/2014/main" id="{2941BA30-5C91-6FE7-7146-520815F3322A}"/>
              </a:ext>
            </a:extLst>
          </p:cNvPr>
          <p:cNvGrpSpPr/>
          <p:nvPr/>
        </p:nvGrpSpPr>
        <p:grpSpPr>
          <a:xfrm>
            <a:off x="1417949" y="929265"/>
            <a:ext cx="5091952" cy="5060037"/>
            <a:chOff x="1417949" y="929265"/>
            <a:chExt cx="5091952" cy="5060037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A26609C-61F2-3A16-EF04-20EC5A6E0D36}"/>
                </a:ext>
              </a:extLst>
            </p:cNvPr>
            <p:cNvSpPr/>
            <p:nvPr/>
          </p:nvSpPr>
          <p:spPr>
            <a:xfrm>
              <a:off x="1417949" y="929265"/>
              <a:ext cx="5091952" cy="5060037"/>
            </a:xfrm>
            <a:prstGeom prst="rect">
              <a:avLst/>
            </a:prstGeom>
            <a:noFill/>
            <a:ln w="317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0" name="ZoneTexte 9">
              <a:extLst>
                <a:ext uri="{FF2B5EF4-FFF2-40B4-BE49-F238E27FC236}">
                  <a16:creationId xmlns:a16="http://schemas.microsoft.com/office/drawing/2014/main" id="{9AFB6530-FC70-B741-6BAD-9549FE96E9BF}"/>
                </a:ext>
              </a:extLst>
            </p:cNvPr>
            <p:cNvSpPr txBox="1"/>
            <p:nvPr/>
          </p:nvSpPr>
          <p:spPr>
            <a:xfrm>
              <a:off x="1536017" y="1057903"/>
              <a:ext cx="3316201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>
                  <a:solidFill>
                    <a:schemeClr val="bg1"/>
                  </a:solidFill>
                </a:rPr>
                <a:t>Zone où la simulation se passe</a:t>
              </a:r>
            </a:p>
            <a:p>
              <a:endParaRPr lang="fr-FR" dirty="0">
                <a:solidFill>
                  <a:schemeClr val="bg1"/>
                </a:solidFill>
              </a:endParaRPr>
            </a:p>
            <a:p>
              <a:r>
                <a:rPr lang="fr-FR" dirty="0">
                  <a:solidFill>
                    <a:schemeClr val="bg1"/>
                  </a:solidFill>
                </a:rPr>
                <a:t>Maintenant, vous pouvez cliquer pour ajouter des nuages de gaz</a:t>
              </a:r>
            </a:p>
          </p:txBody>
        </p:sp>
      </p:grpSp>
      <p:grpSp>
        <p:nvGrpSpPr>
          <p:cNvPr id="42" name="checklist">
            <a:extLst>
              <a:ext uri="{FF2B5EF4-FFF2-40B4-BE49-F238E27FC236}">
                <a16:creationId xmlns:a16="http://schemas.microsoft.com/office/drawing/2014/main" id="{772CB877-FDFB-1CD1-E1EC-6593F116B1FA}"/>
              </a:ext>
            </a:extLst>
          </p:cNvPr>
          <p:cNvGrpSpPr/>
          <p:nvPr/>
        </p:nvGrpSpPr>
        <p:grpSpPr>
          <a:xfrm>
            <a:off x="6922086" y="765515"/>
            <a:ext cx="4717971" cy="4392791"/>
            <a:chOff x="6922086" y="765515"/>
            <a:chExt cx="4717971" cy="4392791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2F4A5BB-73E9-9574-A63F-8CAF909791BD}"/>
                </a:ext>
              </a:extLst>
            </p:cNvPr>
            <p:cNvSpPr/>
            <p:nvPr/>
          </p:nvSpPr>
          <p:spPr>
            <a:xfrm>
              <a:off x="6922086" y="1722783"/>
              <a:ext cx="4148912" cy="3435523"/>
            </a:xfrm>
            <a:prstGeom prst="rect">
              <a:avLst/>
            </a:prstGeom>
            <a:noFill/>
            <a:ln w="317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6" name="ZoneTexte 25">
              <a:extLst>
                <a:ext uri="{FF2B5EF4-FFF2-40B4-BE49-F238E27FC236}">
                  <a16:creationId xmlns:a16="http://schemas.microsoft.com/office/drawing/2014/main" id="{760C0BA7-6CD8-0F63-F4DB-331B38919BE8}"/>
                </a:ext>
              </a:extLst>
            </p:cNvPr>
            <p:cNvSpPr txBox="1"/>
            <p:nvPr/>
          </p:nvSpPr>
          <p:spPr>
            <a:xfrm>
              <a:off x="8748038" y="765515"/>
              <a:ext cx="289201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600" dirty="0">
                  <a:solidFill>
                    <a:schemeClr val="bg1"/>
                  </a:solidFill>
                </a:rPr>
                <a:t>Liste des étoiles découvertes mise à jour automatiquement !</a:t>
              </a:r>
            </a:p>
          </p:txBody>
        </p:sp>
        <p:cxnSp>
          <p:nvCxnSpPr>
            <p:cNvPr id="29" name="Connecteur en angle 28">
              <a:extLst>
                <a:ext uri="{FF2B5EF4-FFF2-40B4-BE49-F238E27FC236}">
                  <a16:creationId xmlns:a16="http://schemas.microsoft.com/office/drawing/2014/main" id="{06E6995E-98F0-0215-0133-4909A2DC59A0}"/>
                </a:ext>
              </a:extLst>
            </p:cNvPr>
            <p:cNvCxnSpPr>
              <a:cxnSpLocks/>
              <a:stCxn id="26" idx="2"/>
              <a:endCxn id="25" idx="0"/>
            </p:cNvCxnSpPr>
            <p:nvPr/>
          </p:nvCxnSpPr>
          <p:spPr>
            <a:xfrm rot="5400000">
              <a:off x="9409049" y="937783"/>
              <a:ext cx="372493" cy="1197506"/>
            </a:xfrm>
            <a:prstGeom prst="bentConnector3">
              <a:avLst>
                <a:gd name="adj1" fmla="val 50000"/>
              </a:avLst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sliders">
            <a:extLst>
              <a:ext uri="{FF2B5EF4-FFF2-40B4-BE49-F238E27FC236}">
                <a16:creationId xmlns:a16="http://schemas.microsoft.com/office/drawing/2014/main" id="{136FC9A0-804E-861E-7F7D-158CBC7C84BE}"/>
              </a:ext>
            </a:extLst>
          </p:cNvPr>
          <p:cNvGrpSpPr/>
          <p:nvPr/>
        </p:nvGrpSpPr>
        <p:grpSpPr>
          <a:xfrm>
            <a:off x="-62785" y="5270992"/>
            <a:ext cx="6714908" cy="1247795"/>
            <a:chOff x="-62785" y="5270992"/>
            <a:chExt cx="6714908" cy="124779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667A6F8-A907-C6B2-5082-3C0DC315F348}"/>
                </a:ext>
              </a:extLst>
            </p:cNvPr>
            <p:cNvSpPr/>
            <p:nvPr/>
          </p:nvSpPr>
          <p:spPr>
            <a:xfrm>
              <a:off x="1061927" y="6079323"/>
              <a:ext cx="5590196" cy="439464"/>
            </a:xfrm>
            <a:prstGeom prst="rect">
              <a:avLst/>
            </a:prstGeom>
            <a:noFill/>
            <a:ln w="317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8" name="ZoneTexte 7">
              <a:extLst>
                <a:ext uri="{FF2B5EF4-FFF2-40B4-BE49-F238E27FC236}">
                  <a16:creationId xmlns:a16="http://schemas.microsoft.com/office/drawing/2014/main" id="{80F6AB03-2529-764E-5B2E-9998713215B4}"/>
                </a:ext>
              </a:extLst>
            </p:cNvPr>
            <p:cNvSpPr txBox="1"/>
            <p:nvPr/>
          </p:nvSpPr>
          <p:spPr>
            <a:xfrm>
              <a:off x="-62785" y="5270992"/>
              <a:ext cx="226138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600" dirty="0">
                  <a:solidFill>
                    <a:schemeClr val="bg1"/>
                  </a:solidFill>
                </a:rPr>
                <a:t>Ajuster la masse et la taille de la masse ajoutée </a:t>
              </a:r>
            </a:p>
          </p:txBody>
        </p:sp>
        <p:cxnSp>
          <p:nvCxnSpPr>
            <p:cNvPr id="9" name="Connecteur en angle 8">
              <a:extLst>
                <a:ext uri="{FF2B5EF4-FFF2-40B4-BE49-F238E27FC236}">
                  <a16:creationId xmlns:a16="http://schemas.microsoft.com/office/drawing/2014/main" id="{5934E0BD-9C9A-6004-0212-3E9ABF7FDFE9}"/>
                </a:ext>
              </a:extLst>
            </p:cNvPr>
            <p:cNvCxnSpPr>
              <a:cxnSpLocks/>
              <a:stCxn id="8" idx="2"/>
              <a:endCxn id="7" idx="1"/>
            </p:cNvCxnSpPr>
            <p:nvPr/>
          </p:nvCxnSpPr>
          <p:spPr>
            <a:xfrm rot="5400000">
              <a:off x="843272" y="6074422"/>
              <a:ext cx="443288" cy="5978"/>
            </a:xfrm>
            <a:prstGeom prst="bentConnector4">
              <a:avLst>
                <a:gd name="adj1" fmla="val 25216"/>
                <a:gd name="adj2" fmla="val 3924021"/>
              </a:avLst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start">
            <a:extLst>
              <a:ext uri="{FF2B5EF4-FFF2-40B4-BE49-F238E27FC236}">
                <a16:creationId xmlns:a16="http://schemas.microsoft.com/office/drawing/2014/main" id="{F9C728BB-81B6-8EFB-7249-A55694452B72}"/>
              </a:ext>
            </a:extLst>
          </p:cNvPr>
          <p:cNvGrpSpPr/>
          <p:nvPr/>
        </p:nvGrpSpPr>
        <p:grpSpPr>
          <a:xfrm>
            <a:off x="6711815" y="5711211"/>
            <a:ext cx="2069819" cy="891802"/>
            <a:chOff x="6711815" y="5711211"/>
            <a:chExt cx="2069819" cy="891802"/>
          </a:xfrm>
        </p:grpSpPr>
        <p:sp>
          <p:nvSpPr>
            <p:cNvPr id="32" name="ZoneTexte 31">
              <a:extLst>
                <a:ext uri="{FF2B5EF4-FFF2-40B4-BE49-F238E27FC236}">
                  <a16:creationId xmlns:a16="http://schemas.microsoft.com/office/drawing/2014/main" id="{2F094EDF-6468-4767-8ED9-A7258E2E7580}"/>
                </a:ext>
              </a:extLst>
            </p:cNvPr>
            <p:cNvSpPr txBox="1"/>
            <p:nvPr/>
          </p:nvSpPr>
          <p:spPr>
            <a:xfrm>
              <a:off x="6711815" y="6264459"/>
              <a:ext cx="185089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600" dirty="0">
                  <a:solidFill>
                    <a:schemeClr val="bg1"/>
                  </a:solidFill>
                </a:rPr>
                <a:t>Lancer / Faire pause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EF997896-10E6-0597-6EAF-5C409E9F439F}"/>
                </a:ext>
              </a:extLst>
            </p:cNvPr>
            <p:cNvSpPr/>
            <p:nvPr/>
          </p:nvSpPr>
          <p:spPr>
            <a:xfrm>
              <a:off x="7705870" y="5711211"/>
              <a:ext cx="1075764" cy="262218"/>
            </a:xfrm>
            <a:prstGeom prst="rect">
              <a:avLst/>
            </a:prstGeom>
            <a:noFill/>
            <a:ln w="317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34" name="Connecteur en angle 33">
              <a:extLst>
                <a:ext uri="{FF2B5EF4-FFF2-40B4-BE49-F238E27FC236}">
                  <a16:creationId xmlns:a16="http://schemas.microsoft.com/office/drawing/2014/main" id="{F283B5B8-E7AA-8C89-EA66-4414ABF28BEB}"/>
                </a:ext>
              </a:extLst>
            </p:cNvPr>
            <p:cNvCxnSpPr>
              <a:cxnSpLocks/>
              <a:stCxn id="32" idx="0"/>
              <a:endCxn id="33" idx="2"/>
            </p:cNvCxnSpPr>
            <p:nvPr/>
          </p:nvCxnSpPr>
          <p:spPr>
            <a:xfrm rot="5400000" flipH="1" flipV="1">
              <a:off x="7794991" y="5815699"/>
              <a:ext cx="291030" cy="606491"/>
            </a:xfrm>
            <a:prstGeom prst="bentConnector3">
              <a:avLst>
                <a:gd name="adj1" fmla="val 50000"/>
              </a:avLst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reset">
            <a:extLst>
              <a:ext uri="{FF2B5EF4-FFF2-40B4-BE49-F238E27FC236}">
                <a16:creationId xmlns:a16="http://schemas.microsoft.com/office/drawing/2014/main" id="{AA749FBA-D7DD-C621-E4D0-E15F3F086877}"/>
              </a:ext>
            </a:extLst>
          </p:cNvPr>
          <p:cNvGrpSpPr/>
          <p:nvPr/>
        </p:nvGrpSpPr>
        <p:grpSpPr>
          <a:xfrm>
            <a:off x="9312999" y="5711211"/>
            <a:ext cx="2118983" cy="696302"/>
            <a:chOff x="9312999" y="5711211"/>
            <a:chExt cx="2118983" cy="696302"/>
          </a:xfrm>
        </p:grpSpPr>
        <p:sp>
          <p:nvSpPr>
            <p:cNvPr id="37" name="ZoneTexte 36">
              <a:extLst>
                <a:ext uri="{FF2B5EF4-FFF2-40B4-BE49-F238E27FC236}">
                  <a16:creationId xmlns:a16="http://schemas.microsoft.com/office/drawing/2014/main" id="{CE76A4B2-2B53-8427-4F82-B6A2C3FF32C5}"/>
                </a:ext>
              </a:extLst>
            </p:cNvPr>
            <p:cNvSpPr txBox="1"/>
            <p:nvPr/>
          </p:nvSpPr>
          <p:spPr>
            <a:xfrm>
              <a:off x="10087541" y="6091490"/>
              <a:ext cx="1344441" cy="3160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400" dirty="0">
                  <a:solidFill>
                    <a:schemeClr val="bg1"/>
                  </a:solidFill>
                </a:rPr>
                <a:t>Recommencer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D8C79D92-189A-23D3-8508-395728E40D1A}"/>
                </a:ext>
              </a:extLst>
            </p:cNvPr>
            <p:cNvSpPr/>
            <p:nvPr/>
          </p:nvSpPr>
          <p:spPr>
            <a:xfrm>
              <a:off x="9312999" y="5711211"/>
              <a:ext cx="1075764" cy="262218"/>
            </a:xfrm>
            <a:prstGeom prst="rect">
              <a:avLst/>
            </a:prstGeom>
            <a:noFill/>
            <a:ln w="317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41" name="Connecteur en angle 40">
              <a:extLst>
                <a:ext uri="{FF2B5EF4-FFF2-40B4-BE49-F238E27FC236}">
                  <a16:creationId xmlns:a16="http://schemas.microsoft.com/office/drawing/2014/main" id="{92027BA5-1875-E0A5-DD60-B786F83B4DAE}"/>
                </a:ext>
              </a:extLst>
            </p:cNvPr>
            <p:cNvCxnSpPr>
              <a:cxnSpLocks/>
              <a:stCxn id="37" idx="0"/>
              <a:endCxn id="38" idx="3"/>
            </p:cNvCxnSpPr>
            <p:nvPr/>
          </p:nvCxnSpPr>
          <p:spPr>
            <a:xfrm rot="16200000" flipV="1">
              <a:off x="10449678" y="5781405"/>
              <a:ext cx="249170" cy="370999"/>
            </a:xfrm>
            <a:prstGeom prst="bentConnector2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floutage">
            <a:extLst>
              <a:ext uri="{FF2B5EF4-FFF2-40B4-BE49-F238E27FC236}">
                <a16:creationId xmlns:a16="http://schemas.microsoft.com/office/drawing/2014/main" id="{A293C40F-6A0C-A490-39B6-09B8F7D127BF}"/>
              </a:ext>
            </a:extLst>
          </p:cNvPr>
          <p:cNvSpPr/>
          <p:nvPr/>
        </p:nvSpPr>
        <p:spPr>
          <a:xfrm>
            <a:off x="7823" y="-1"/>
            <a:ext cx="12176354" cy="6858001"/>
          </a:xfrm>
          <a:prstGeom prst="rect">
            <a:avLst/>
          </a:prstGeom>
          <a:gradFill>
            <a:gsLst>
              <a:gs pos="0">
                <a:schemeClr val="tx2">
                  <a:lumMod val="50000"/>
                </a:schemeClr>
              </a:gs>
              <a:gs pos="74000">
                <a:schemeClr val="tx2">
                  <a:lumMod val="60000"/>
                  <a:lumOff val="40000"/>
                  <a:alpha val="70000"/>
                </a:schemeClr>
              </a:gs>
              <a:gs pos="83000">
                <a:schemeClr val="tx2">
                  <a:lumMod val="40000"/>
                  <a:lumOff val="60000"/>
                  <a:alpha val="59000"/>
                </a:schemeClr>
              </a:gs>
              <a:gs pos="100000">
                <a:schemeClr val="tx2">
                  <a:lumMod val="20000"/>
                  <a:lumOff val="80000"/>
                  <a:alpha val="3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grpSp>
        <p:nvGrpSpPr>
          <p:cNvPr id="49" name="Consigne 2">
            <a:extLst>
              <a:ext uri="{FF2B5EF4-FFF2-40B4-BE49-F238E27FC236}">
                <a16:creationId xmlns:a16="http://schemas.microsoft.com/office/drawing/2014/main" id="{B0F17229-0827-A228-F38B-14C6B39F49E7}"/>
              </a:ext>
            </a:extLst>
          </p:cNvPr>
          <p:cNvGrpSpPr/>
          <p:nvPr/>
        </p:nvGrpSpPr>
        <p:grpSpPr>
          <a:xfrm>
            <a:off x="-6135797" y="301217"/>
            <a:ext cx="12541646" cy="830997"/>
            <a:chOff x="-3549749" y="301217"/>
            <a:chExt cx="7328089" cy="830997"/>
          </a:xfrm>
        </p:grpSpPr>
        <p:sp>
          <p:nvSpPr>
            <p:cNvPr id="50" name="Chevron 49">
              <a:extLst>
                <a:ext uri="{FF2B5EF4-FFF2-40B4-BE49-F238E27FC236}">
                  <a16:creationId xmlns:a16="http://schemas.microsoft.com/office/drawing/2014/main" id="{CC443AC6-1D9B-C520-F3B0-65A5433A4C87}"/>
                </a:ext>
              </a:extLst>
            </p:cNvPr>
            <p:cNvSpPr/>
            <p:nvPr/>
          </p:nvSpPr>
          <p:spPr>
            <a:xfrm rot="10800000">
              <a:off x="-3549749" y="301217"/>
              <a:ext cx="7328089" cy="830997"/>
            </a:xfrm>
            <a:prstGeom prst="chevron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>
                <a:solidFill>
                  <a:schemeClr val="tx1"/>
                </a:solidFill>
              </a:endParaRPr>
            </a:p>
          </p:txBody>
        </p:sp>
        <p:sp>
          <p:nvSpPr>
            <p:cNvPr id="51" name="ZoneTexte 50">
              <a:extLst>
                <a:ext uri="{FF2B5EF4-FFF2-40B4-BE49-F238E27FC236}">
                  <a16:creationId xmlns:a16="http://schemas.microsoft.com/office/drawing/2014/main" id="{3AAD2F25-BAB6-BFB8-0848-36BD3FB7F21A}"/>
                </a:ext>
              </a:extLst>
            </p:cNvPr>
            <p:cNvSpPr txBox="1"/>
            <p:nvPr/>
          </p:nvSpPr>
          <p:spPr>
            <a:xfrm>
              <a:off x="151905" y="362772"/>
              <a:ext cx="328955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4000" dirty="0"/>
                <a:t>Indices </a:t>
              </a:r>
              <a:endParaRPr lang="fr-FR" sz="4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52" name="ZoneTexte 51">
            <a:extLst>
              <a:ext uri="{FF2B5EF4-FFF2-40B4-BE49-F238E27FC236}">
                <a16:creationId xmlns:a16="http://schemas.microsoft.com/office/drawing/2014/main" id="{1279B35B-B566-EF75-13B7-3385D39EC72C}"/>
              </a:ext>
            </a:extLst>
          </p:cNvPr>
          <p:cNvSpPr txBox="1"/>
          <p:nvPr/>
        </p:nvSpPr>
        <p:spPr>
          <a:xfrm>
            <a:off x="1250011" y="1220410"/>
            <a:ext cx="10287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>
                <a:solidFill>
                  <a:schemeClr val="bg1"/>
                </a:solidFill>
              </a:rPr>
              <a:t>Ce sont les géantes bleues les moins grosses qui deviennent des étoiles à neutron. </a:t>
            </a:r>
          </a:p>
          <a:p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6F11E73C-14A5-FA07-C537-EA5CE56830BB}"/>
              </a:ext>
            </a:extLst>
          </p:cNvPr>
          <p:cNvSpPr txBox="1"/>
          <p:nvPr/>
        </p:nvSpPr>
        <p:spPr>
          <a:xfrm>
            <a:off x="1250011" y="2684433"/>
            <a:ext cx="10287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>
                <a:solidFill>
                  <a:schemeClr val="bg1"/>
                </a:solidFill>
              </a:rPr>
              <a:t>Les naines rouges sont les étoiles les plus petites et les moins massives 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30A5583-B347-C9F3-FE4C-8CED9DF5A0FA}"/>
              </a:ext>
            </a:extLst>
          </p:cNvPr>
          <p:cNvSpPr txBox="1"/>
          <p:nvPr/>
        </p:nvSpPr>
        <p:spPr>
          <a:xfrm>
            <a:off x="1250011" y="4062576"/>
            <a:ext cx="10287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>
                <a:solidFill>
                  <a:schemeClr val="bg1"/>
                </a:solidFill>
              </a:rPr>
              <a:t>Pour obtenir une géante rouge, il faut qu’une naine jaune meurt </a:t>
            </a:r>
          </a:p>
        </p:txBody>
      </p:sp>
    </p:spTree>
    <p:extLst>
      <p:ext uri="{BB962C8B-B14F-4D97-AF65-F5344CB8AC3E}">
        <p14:creationId xmlns:p14="http://schemas.microsoft.com/office/powerpoint/2010/main" val="4192506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  <p:bldP spid="2" grpId="0"/>
      <p:bldP spid="5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E2710F-F8C5-D44A-71A6-BA68DEB13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oupe 49">
            <a:extLst>
              <a:ext uri="{FF2B5EF4-FFF2-40B4-BE49-F238E27FC236}">
                <a16:creationId xmlns:a16="http://schemas.microsoft.com/office/drawing/2014/main" id="{AE1619A9-52BC-87D2-BE34-25546DBF48B6}"/>
              </a:ext>
            </a:extLst>
          </p:cNvPr>
          <p:cNvGrpSpPr/>
          <p:nvPr/>
        </p:nvGrpSpPr>
        <p:grpSpPr>
          <a:xfrm>
            <a:off x="1333498" y="27215"/>
            <a:ext cx="9525001" cy="6803572"/>
            <a:chOff x="1333498" y="27215"/>
            <a:chExt cx="9525001" cy="6803572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0F0A60E4-8CB5-4988-0EED-7E8AB7A859AA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2694213" y="-1333500"/>
              <a:ext cx="6803572" cy="952500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ADC4A6A-ECAF-4003-55DB-FF372A96B4DD}"/>
                </a:ext>
              </a:extLst>
            </p:cNvPr>
            <p:cNvSpPr/>
            <p:nvPr/>
          </p:nvSpPr>
          <p:spPr>
            <a:xfrm>
              <a:off x="1531255" y="3168383"/>
              <a:ext cx="1242105" cy="1519481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bIns="0" rtlCol="0" anchor="ctr" anchorCtr="0"/>
            <a:lstStyle/>
            <a:p>
              <a:pPr algn="ctr"/>
              <a:r>
                <a:rPr lang="fr-FR" sz="7200" dirty="0">
                  <a:solidFill>
                    <a:schemeClr val="bg1"/>
                  </a:solidFill>
                  <a:latin typeface="Comic Sans MS" panose="030F0902030302020204" pitchFamily="66" charset="0"/>
                </a:rPr>
                <a:t>1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8F8CC5A-6892-C810-7446-BE288416A55F}"/>
                </a:ext>
              </a:extLst>
            </p:cNvPr>
            <p:cNvSpPr/>
            <p:nvPr/>
          </p:nvSpPr>
          <p:spPr>
            <a:xfrm>
              <a:off x="2387017" y="558800"/>
              <a:ext cx="1242105" cy="1519481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bIns="0" rtlCol="0" anchor="ctr" anchorCtr="0"/>
            <a:lstStyle/>
            <a:p>
              <a:pPr algn="ctr"/>
              <a:r>
                <a:rPr lang="fr-FR" sz="7200" dirty="0">
                  <a:solidFill>
                    <a:schemeClr val="bg1"/>
                  </a:solidFill>
                  <a:latin typeface="Comic Sans MS" panose="030F0902030302020204" pitchFamily="66" charset="0"/>
                </a:rPr>
                <a:t>2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D3775D4-EA4D-9532-EA66-55677388F36C}"/>
                </a:ext>
              </a:extLst>
            </p:cNvPr>
            <p:cNvSpPr/>
            <p:nvPr/>
          </p:nvSpPr>
          <p:spPr>
            <a:xfrm>
              <a:off x="3698367" y="3397401"/>
              <a:ext cx="1242105" cy="1519481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bIns="0" rtlCol="0" anchor="ctr" anchorCtr="0"/>
            <a:lstStyle/>
            <a:p>
              <a:pPr algn="ctr"/>
              <a:r>
                <a:rPr lang="fr-FR" sz="7200" dirty="0">
                  <a:solidFill>
                    <a:schemeClr val="bg1"/>
                  </a:solidFill>
                  <a:latin typeface="Comic Sans MS" panose="030F0902030302020204" pitchFamily="66" charset="0"/>
                </a:rPr>
                <a:t>5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6F54D16-59C5-3033-C646-F3CDDBF2F5CE}"/>
                </a:ext>
              </a:extLst>
            </p:cNvPr>
            <p:cNvSpPr/>
            <p:nvPr/>
          </p:nvSpPr>
          <p:spPr>
            <a:xfrm>
              <a:off x="3698367" y="1587634"/>
              <a:ext cx="1242105" cy="1519481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bIns="0" rtlCol="0" anchor="ctr" anchorCtr="0"/>
            <a:lstStyle/>
            <a:p>
              <a:pPr algn="ctr"/>
              <a:r>
                <a:rPr lang="fr-FR" sz="7200" dirty="0">
                  <a:solidFill>
                    <a:schemeClr val="bg1"/>
                  </a:solidFill>
                  <a:latin typeface="Comic Sans MS" panose="030F0902030302020204" pitchFamily="66" charset="0"/>
                </a:rPr>
                <a:t>3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F1D3C6C-AA68-3B4C-EA33-FF1EEF2E3B49}"/>
                </a:ext>
              </a:extLst>
            </p:cNvPr>
            <p:cNvSpPr/>
            <p:nvPr/>
          </p:nvSpPr>
          <p:spPr>
            <a:xfrm>
              <a:off x="7495495" y="558800"/>
              <a:ext cx="1242105" cy="1519481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bIns="0" rtlCol="0" anchor="ctr" anchorCtr="0"/>
            <a:lstStyle/>
            <a:p>
              <a:pPr algn="ctr"/>
              <a:r>
                <a:rPr lang="fr-FR" sz="7200" dirty="0">
                  <a:solidFill>
                    <a:schemeClr val="bg1"/>
                  </a:solidFill>
                  <a:latin typeface="Comic Sans MS" panose="030F0902030302020204" pitchFamily="66" charset="0"/>
                </a:rPr>
                <a:t>4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DDDF1A0-54AD-9649-BE1B-62913C4C11FB}"/>
                </a:ext>
              </a:extLst>
            </p:cNvPr>
            <p:cNvSpPr/>
            <p:nvPr/>
          </p:nvSpPr>
          <p:spPr>
            <a:xfrm>
              <a:off x="9316085" y="5260927"/>
              <a:ext cx="1242105" cy="1519481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bIns="0" rtlCol="0" anchor="ctr" anchorCtr="0"/>
            <a:lstStyle/>
            <a:p>
              <a:pPr algn="ctr"/>
              <a:r>
                <a:rPr lang="fr-FR" sz="7200" dirty="0">
                  <a:solidFill>
                    <a:schemeClr val="bg1"/>
                  </a:solidFill>
                  <a:latin typeface="Comic Sans MS" panose="030F0902030302020204" pitchFamily="66" charset="0"/>
                </a:rPr>
                <a:t>11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6951061-A08E-F5CC-0379-EBAA758370A6}"/>
                </a:ext>
              </a:extLst>
            </p:cNvPr>
            <p:cNvSpPr/>
            <p:nvPr/>
          </p:nvSpPr>
          <p:spPr>
            <a:xfrm>
              <a:off x="7274278" y="4625845"/>
              <a:ext cx="1242105" cy="1519481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bIns="0" rtlCol="0" anchor="ctr" anchorCtr="0"/>
            <a:lstStyle/>
            <a:p>
              <a:pPr algn="ctr"/>
              <a:r>
                <a:rPr lang="fr-FR" sz="7200" dirty="0">
                  <a:solidFill>
                    <a:schemeClr val="bg1"/>
                  </a:solidFill>
                  <a:latin typeface="Comic Sans MS" panose="030F0902030302020204" pitchFamily="66" charset="0"/>
                </a:rPr>
                <a:t>9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DF9ABB2-C727-0783-79A8-A3DBA43121C1}"/>
                </a:ext>
              </a:extLst>
            </p:cNvPr>
            <p:cNvSpPr/>
            <p:nvPr/>
          </p:nvSpPr>
          <p:spPr>
            <a:xfrm>
              <a:off x="5372636" y="3412149"/>
              <a:ext cx="1242105" cy="1519481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bIns="0" rtlCol="0" anchor="ctr" anchorCtr="0"/>
            <a:lstStyle/>
            <a:p>
              <a:pPr algn="ctr"/>
              <a:r>
                <a:rPr lang="fr-FR" sz="7200" dirty="0">
                  <a:solidFill>
                    <a:schemeClr val="bg1"/>
                  </a:solidFill>
                  <a:latin typeface="Comic Sans MS" panose="030F0902030302020204" pitchFamily="66" charset="0"/>
                </a:rPr>
                <a:t>6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3C1382C-99D9-F29A-28FB-CA305C22C84B}"/>
                </a:ext>
              </a:extLst>
            </p:cNvPr>
            <p:cNvSpPr/>
            <p:nvPr/>
          </p:nvSpPr>
          <p:spPr>
            <a:xfrm>
              <a:off x="9325933" y="3043423"/>
              <a:ext cx="1242105" cy="1519481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bIns="0" rtlCol="0" anchor="ctr" anchorCtr="0"/>
            <a:lstStyle/>
            <a:p>
              <a:pPr algn="ctr"/>
              <a:r>
                <a:rPr lang="fr-FR" sz="7200" dirty="0">
                  <a:solidFill>
                    <a:schemeClr val="bg1"/>
                  </a:solidFill>
                  <a:latin typeface="Comic Sans MS" panose="030F0902030302020204" pitchFamily="66" charset="0"/>
                </a:rPr>
                <a:t>10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5CCE3E2-EAB8-FA8E-B37A-6FA0F93862D9}"/>
                </a:ext>
              </a:extLst>
            </p:cNvPr>
            <p:cNvSpPr/>
            <p:nvPr/>
          </p:nvSpPr>
          <p:spPr>
            <a:xfrm>
              <a:off x="7274279" y="2654908"/>
              <a:ext cx="1242105" cy="1519481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bIns="0" rtlCol="0" anchor="ctr" anchorCtr="0"/>
            <a:lstStyle/>
            <a:p>
              <a:pPr algn="ctr"/>
              <a:r>
                <a:rPr lang="fr-FR" sz="7200" dirty="0">
                  <a:solidFill>
                    <a:schemeClr val="bg1"/>
                  </a:solidFill>
                  <a:latin typeface="Comic Sans MS" panose="030F0902030302020204" pitchFamily="66" charset="0"/>
                </a:rPr>
                <a:t>7</a:t>
              </a:r>
            </a:p>
          </p:txBody>
        </p:sp>
        <p:cxnSp>
          <p:nvCxnSpPr>
            <p:cNvPr id="14" name="Connecteur en arc 13">
              <a:extLst>
                <a:ext uri="{FF2B5EF4-FFF2-40B4-BE49-F238E27FC236}">
                  <a16:creationId xmlns:a16="http://schemas.microsoft.com/office/drawing/2014/main" id="{5A98F645-1954-92D0-4B93-A3AD2C4E5484}"/>
                </a:ext>
              </a:extLst>
            </p:cNvPr>
            <p:cNvCxnSpPr>
              <a:cxnSpLocks/>
              <a:stCxn id="4" idx="0"/>
              <a:endCxn id="5" idx="1"/>
            </p:cNvCxnSpPr>
            <p:nvPr/>
          </p:nvCxnSpPr>
          <p:spPr>
            <a:xfrm rot="5400000" flipH="1" flipV="1">
              <a:off x="1344741" y="2126108"/>
              <a:ext cx="1849842" cy="234709"/>
            </a:xfrm>
            <a:prstGeom prst="curved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Connecteur en arc 14">
              <a:extLst>
                <a:ext uri="{FF2B5EF4-FFF2-40B4-BE49-F238E27FC236}">
                  <a16:creationId xmlns:a16="http://schemas.microsoft.com/office/drawing/2014/main" id="{8D0E3D5D-6F51-3854-2691-658B1CDB80C0}"/>
                </a:ext>
              </a:extLst>
            </p:cNvPr>
            <p:cNvCxnSpPr>
              <a:cxnSpLocks/>
              <a:stCxn id="4" idx="3"/>
              <a:endCxn id="7" idx="1"/>
            </p:cNvCxnSpPr>
            <p:nvPr/>
          </p:nvCxnSpPr>
          <p:spPr>
            <a:xfrm flipV="1">
              <a:off x="2773360" y="2347375"/>
              <a:ext cx="925007" cy="1580749"/>
            </a:xfrm>
            <a:prstGeom prst="curved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Connecteur en arc 15">
              <a:extLst>
                <a:ext uri="{FF2B5EF4-FFF2-40B4-BE49-F238E27FC236}">
                  <a16:creationId xmlns:a16="http://schemas.microsoft.com/office/drawing/2014/main" id="{79A228C4-DD87-C6D2-F243-E80986E0487F}"/>
                </a:ext>
              </a:extLst>
            </p:cNvPr>
            <p:cNvCxnSpPr>
              <a:cxnSpLocks/>
              <a:stCxn id="4" idx="3"/>
              <a:endCxn id="6" idx="1"/>
            </p:cNvCxnSpPr>
            <p:nvPr/>
          </p:nvCxnSpPr>
          <p:spPr>
            <a:xfrm>
              <a:off x="2773360" y="3928124"/>
              <a:ext cx="925007" cy="229018"/>
            </a:xfrm>
            <a:prstGeom prst="curved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Connecteur en arc 16">
              <a:extLst>
                <a:ext uri="{FF2B5EF4-FFF2-40B4-BE49-F238E27FC236}">
                  <a16:creationId xmlns:a16="http://schemas.microsoft.com/office/drawing/2014/main" id="{5CB94026-7E99-32C6-D651-CAC1BF3F0099}"/>
                </a:ext>
              </a:extLst>
            </p:cNvPr>
            <p:cNvCxnSpPr>
              <a:cxnSpLocks/>
              <a:stCxn id="6" idx="3"/>
              <a:endCxn id="11" idx="1"/>
            </p:cNvCxnSpPr>
            <p:nvPr/>
          </p:nvCxnSpPr>
          <p:spPr>
            <a:xfrm>
              <a:off x="4940472" y="4157142"/>
              <a:ext cx="432164" cy="14748"/>
            </a:xfrm>
            <a:prstGeom prst="curved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Connecteur en arc 17">
              <a:extLst>
                <a:ext uri="{FF2B5EF4-FFF2-40B4-BE49-F238E27FC236}">
                  <a16:creationId xmlns:a16="http://schemas.microsoft.com/office/drawing/2014/main" id="{435F0BF8-B69E-CE8C-059F-D17E1AE0EDA8}"/>
                </a:ext>
              </a:extLst>
            </p:cNvPr>
            <p:cNvCxnSpPr>
              <a:cxnSpLocks/>
              <a:stCxn id="10" idx="3"/>
              <a:endCxn id="12" idx="1"/>
            </p:cNvCxnSpPr>
            <p:nvPr/>
          </p:nvCxnSpPr>
          <p:spPr>
            <a:xfrm flipV="1">
              <a:off x="8516383" y="3803164"/>
              <a:ext cx="809550" cy="1582422"/>
            </a:xfrm>
            <a:prstGeom prst="curvedConnector3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Connecteur en arc 18">
              <a:extLst>
                <a:ext uri="{FF2B5EF4-FFF2-40B4-BE49-F238E27FC236}">
                  <a16:creationId xmlns:a16="http://schemas.microsoft.com/office/drawing/2014/main" id="{8589EF8F-400C-4B82-27D4-6479A38CA3D3}"/>
                </a:ext>
              </a:extLst>
            </p:cNvPr>
            <p:cNvCxnSpPr>
              <a:cxnSpLocks/>
              <a:stCxn id="10" idx="3"/>
              <a:endCxn id="9" idx="1"/>
            </p:cNvCxnSpPr>
            <p:nvPr/>
          </p:nvCxnSpPr>
          <p:spPr>
            <a:xfrm>
              <a:off x="8516383" y="5385586"/>
              <a:ext cx="799702" cy="635082"/>
            </a:xfrm>
            <a:prstGeom prst="curvedConnector3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Connecteur en arc 19">
              <a:extLst>
                <a:ext uri="{FF2B5EF4-FFF2-40B4-BE49-F238E27FC236}">
                  <a16:creationId xmlns:a16="http://schemas.microsoft.com/office/drawing/2014/main" id="{9D16FFAA-77D3-155C-B02A-CF63C354A40C}"/>
                </a:ext>
              </a:extLst>
            </p:cNvPr>
            <p:cNvCxnSpPr>
              <a:cxnSpLocks/>
              <a:stCxn id="11" idx="3"/>
              <a:endCxn id="13" idx="1"/>
            </p:cNvCxnSpPr>
            <p:nvPr/>
          </p:nvCxnSpPr>
          <p:spPr>
            <a:xfrm flipV="1">
              <a:off x="6614741" y="3414649"/>
              <a:ext cx="659538" cy="757241"/>
            </a:xfrm>
            <a:prstGeom prst="curvedConnector3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Connecteur en arc 20">
              <a:extLst>
                <a:ext uri="{FF2B5EF4-FFF2-40B4-BE49-F238E27FC236}">
                  <a16:creationId xmlns:a16="http://schemas.microsoft.com/office/drawing/2014/main" id="{662F387E-A5F3-A547-B707-31EADF23D72D}"/>
                </a:ext>
              </a:extLst>
            </p:cNvPr>
            <p:cNvCxnSpPr>
              <a:cxnSpLocks/>
              <a:stCxn id="13" idx="0"/>
              <a:endCxn id="8" idx="2"/>
            </p:cNvCxnSpPr>
            <p:nvPr/>
          </p:nvCxnSpPr>
          <p:spPr>
            <a:xfrm rot="5400000" flipH="1" flipV="1">
              <a:off x="7717627" y="2255987"/>
              <a:ext cx="576627" cy="221216"/>
            </a:xfrm>
            <a:prstGeom prst="curvedConnector3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Connecteur en arc 21">
              <a:extLst>
                <a:ext uri="{FF2B5EF4-FFF2-40B4-BE49-F238E27FC236}">
                  <a16:creationId xmlns:a16="http://schemas.microsoft.com/office/drawing/2014/main" id="{06903A0C-0897-A220-E6D2-DA10CA5F62A2}"/>
                </a:ext>
              </a:extLst>
            </p:cNvPr>
            <p:cNvCxnSpPr>
              <a:cxnSpLocks/>
              <a:stCxn id="7" idx="3"/>
              <a:endCxn id="8" idx="1"/>
            </p:cNvCxnSpPr>
            <p:nvPr/>
          </p:nvCxnSpPr>
          <p:spPr>
            <a:xfrm flipV="1">
              <a:off x="4940472" y="1318541"/>
              <a:ext cx="2555023" cy="1028834"/>
            </a:xfrm>
            <a:prstGeom prst="curved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DCC313A3-752F-848F-B271-9AD1F2D779C5}"/>
                </a:ext>
              </a:extLst>
            </p:cNvPr>
            <p:cNvSpPr/>
            <p:nvPr/>
          </p:nvSpPr>
          <p:spPr>
            <a:xfrm>
              <a:off x="3698367" y="5207169"/>
              <a:ext cx="1242105" cy="1519481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bIns="0" rtlCol="0" anchor="ctr" anchorCtr="0"/>
            <a:lstStyle/>
            <a:p>
              <a:pPr algn="ctr"/>
              <a:r>
                <a:rPr lang="fr-FR" sz="7200" dirty="0">
                  <a:solidFill>
                    <a:schemeClr val="bg1"/>
                  </a:solidFill>
                  <a:latin typeface="Comic Sans MS" panose="030F0902030302020204" pitchFamily="66" charset="0"/>
                </a:rPr>
                <a:t>8</a:t>
              </a:r>
            </a:p>
          </p:txBody>
        </p:sp>
        <p:cxnSp>
          <p:nvCxnSpPr>
            <p:cNvPr id="25" name="Connecteur en arc 24">
              <a:extLst>
                <a:ext uri="{FF2B5EF4-FFF2-40B4-BE49-F238E27FC236}">
                  <a16:creationId xmlns:a16="http://schemas.microsoft.com/office/drawing/2014/main" id="{19A21D15-1668-4E6F-6F23-1E4F776C589B}"/>
                </a:ext>
              </a:extLst>
            </p:cNvPr>
            <p:cNvCxnSpPr>
              <a:cxnSpLocks/>
              <a:stCxn id="24" idx="3"/>
              <a:endCxn id="11" idx="1"/>
            </p:cNvCxnSpPr>
            <p:nvPr/>
          </p:nvCxnSpPr>
          <p:spPr>
            <a:xfrm flipV="1">
              <a:off x="4940472" y="4171890"/>
              <a:ext cx="432164" cy="1795020"/>
            </a:xfrm>
            <a:prstGeom prst="curved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Connecteur en arc 25">
              <a:extLst>
                <a:ext uri="{FF2B5EF4-FFF2-40B4-BE49-F238E27FC236}">
                  <a16:creationId xmlns:a16="http://schemas.microsoft.com/office/drawing/2014/main" id="{DE17A2A9-69C2-2956-8CEC-18E6F31AB01C}"/>
                </a:ext>
              </a:extLst>
            </p:cNvPr>
            <p:cNvCxnSpPr>
              <a:cxnSpLocks/>
              <a:stCxn id="4" idx="3"/>
              <a:endCxn id="24" idx="1"/>
            </p:cNvCxnSpPr>
            <p:nvPr/>
          </p:nvCxnSpPr>
          <p:spPr>
            <a:xfrm>
              <a:off x="2773360" y="3928124"/>
              <a:ext cx="925007" cy="2038786"/>
            </a:xfrm>
            <a:prstGeom prst="curved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7" name="ZoneTexte 56">
              <a:extLst>
                <a:ext uri="{FF2B5EF4-FFF2-40B4-BE49-F238E27FC236}">
                  <a16:creationId xmlns:a16="http://schemas.microsoft.com/office/drawing/2014/main" id="{DC415736-AB2B-FCB7-B56A-5307D58E5B79}"/>
                </a:ext>
              </a:extLst>
            </p:cNvPr>
            <p:cNvSpPr txBox="1"/>
            <p:nvPr/>
          </p:nvSpPr>
          <p:spPr>
            <a:xfrm>
              <a:off x="3446007" y="77734"/>
              <a:ext cx="500687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800" dirty="0">
                  <a:latin typeface="Comic Sans MS" panose="030F0902030302020204" pitchFamily="66" charset="0"/>
                </a:rPr>
                <a:t>Schéma de la vie d’une Etoile</a:t>
              </a:r>
            </a:p>
          </p:txBody>
        </p:sp>
        <p:cxnSp>
          <p:nvCxnSpPr>
            <p:cNvPr id="42" name="Connecteur en arc 41">
              <a:extLst>
                <a:ext uri="{FF2B5EF4-FFF2-40B4-BE49-F238E27FC236}">
                  <a16:creationId xmlns:a16="http://schemas.microsoft.com/office/drawing/2014/main" id="{1E8CFD3F-F9BC-4327-EA44-757A400F056A}"/>
                </a:ext>
              </a:extLst>
            </p:cNvPr>
            <p:cNvCxnSpPr>
              <a:cxnSpLocks/>
              <a:stCxn id="11" idx="3"/>
              <a:endCxn id="10" idx="1"/>
            </p:cNvCxnSpPr>
            <p:nvPr/>
          </p:nvCxnSpPr>
          <p:spPr>
            <a:xfrm>
              <a:off x="6614741" y="4171890"/>
              <a:ext cx="659537" cy="1213696"/>
            </a:xfrm>
            <a:prstGeom prst="curved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3" name="Groupe 32">
            <a:extLst>
              <a:ext uri="{FF2B5EF4-FFF2-40B4-BE49-F238E27FC236}">
                <a16:creationId xmlns:a16="http://schemas.microsoft.com/office/drawing/2014/main" id="{5FE0EE56-D171-A497-BDA0-CD874B4853EC}"/>
              </a:ext>
            </a:extLst>
          </p:cNvPr>
          <p:cNvGrpSpPr/>
          <p:nvPr/>
        </p:nvGrpSpPr>
        <p:grpSpPr>
          <a:xfrm rot="10800000">
            <a:off x="86735" y="5737891"/>
            <a:ext cx="3556604" cy="1382862"/>
            <a:chOff x="304196" y="-1531438"/>
            <a:chExt cx="11583608" cy="8023370"/>
          </a:xfrm>
        </p:grpSpPr>
        <p:grpSp>
          <p:nvGrpSpPr>
            <p:cNvPr id="34" name="Groupe 33">
              <a:extLst>
                <a:ext uri="{FF2B5EF4-FFF2-40B4-BE49-F238E27FC236}">
                  <a16:creationId xmlns:a16="http://schemas.microsoft.com/office/drawing/2014/main" id="{5AA95A38-3F4C-A7F3-1C9C-C5F3BD90B8B8}"/>
                </a:ext>
              </a:extLst>
            </p:cNvPr>
            <p:cNvGrpSpPr/>
            <p:nvPr/>
          </p:nvGrpSpPr>
          <p:grpSpPr>
            <a:xfrm>
              <a:off x="304196" y="-1531438"/>
              <a:ext cx="11583608" cy="8023370"/>
              <a:chOff x="304196" y="-1643836"/>
              <a:chExt cx="11583608" cy="8023370"/>
            </a:xfrm>
          </p:grpSpPr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9FF91521-B325-BA0D-3559-646EA60FE989}"/>
                  </a:ext>
                </a:extLst>
              </p:cNvPr>
              <p:cNvSpPr/>
              <p:nvPr/>
            </p:nvSpPr>
            <p:spPr>
              <a:xfrm rot="16200000">
                <a:off x="1199876" y="-778466"/>
                <a:ext cx="1920048" cy="189307"/>
              </a:xfrm>
              <a:prstGeom prst="rect">
                <a:avLst/>
              </a:prstGeom>
              <a:blipFill>
                <a:blip r:embed="rId3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a:blip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C4A9D4F4-E361-770A-9233-769A1458388F}"/>
                  </a:ext>
                </a:extLst>
              </p:cNvPr>
              <p:cNvSpPr/>
              <p:nvPr/>
            </p:nvSpPr>
            <p:spPr>
              <a:xfrm rot="16200000">
                <a:off x="9072074" y="-778465"/>
                <a:ext cx="1920048" cy="189307"/>
              </a:xfrm>
              <a:prstGeom prst="rect">
                <a:avLst/>
              </a:prstGeom>
              <a:blipFill>
                <a:blip r:embed="rId3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a:blip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38" name="Rectangle : coins arrondis 37">
                <a:extLst>
                  <a:ext uri="{FF2B5EF4-FFF2-40B4-BE49-F238E27FC236}">
                    <a16:creationId xmlns:a16="http://schemas.microsoft.com/office/drawing/2014/main" id="{8DE97A73-21AA-E17A-90C2-02FA20E9291F}"/>
                  </a:ext>
                </a:extLst>
              </p:cNvPr>
              <p:cNvSpPr/>
              <p:nvPr/>
            </p:nvSpPr>
            <p:spPr>
              <a:xfrm>
                <a:off x="304196" y="276214"/>
                <a:ext cx="11583608" cy="6103320"/>
              </a:xfrm>
              <a:prstGeom prst="round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</p:grpSp>
        <p:sp>
          <p:nvSpPr>
            <p:cNvPr id="35" name="ZoneTexte 34">
              <a:extLst>
                <a:ext uri="{FF2B5EF4-FFF2-40B4-BE49-F238E27FC236}">
                  <a16:creationId xmlns:a16="http://schemas.microsoft.com/office/drawing/2014/main" id="{9FD3F715-1D85-CA47-18BD-4FF88CDCABC0}"/>
                </a:ext>
              </a:extLst>
            </p:cNvPr>
            <p:cNvSpPr txBox="1"/>
            <p:nvPr/>
          </p:nvSpPr>
          <p:spPr>
            <a:xfrm rot="10800000">
              <a:off x="1738743" y="2564649"/>
              <a:ext cx="8714511" cy="3249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4800" dirty="0">
                  <a:latin typeface="Comic Sans MS" panose="030F0902030302020204" pitchFamily="66" charset="0"/>
                </a:rPr>
                <a:t>Schéma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6705079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peelOff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3F711B-9BFE-EE1A-496A-BA5E2F3C8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chéma">
            <a:extLst>
              <a:ext uri="{FF2B5EF4-FFF2-40B4-BE49-F238E27FC236}">
                <a16:creationId xmlns:a16="http://schemas.microsoft.com/office/drawing/2014/main" id="{072CB187-1D6E-6E03-17BC-17150B4180CF}"/>
              </a:ext>
            </a:extLst>
          </p:cNvPr>
          <p:cNvSpPr/>
          <p:nvPr/>
        </p:nvSpPr>
        <p:spPr>
          <a:xfrm>
            <a:off x="3760039" y="860059"/>
            <a:ext cx="3993511" cy="5403346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bIns="0" rtlCol="0" anchor="b" anchorCtr="0"/>
          <a:lstStyle/>
          <a:p>
            <a:pPr algn="ctr"/>
            <a:r>
              <a:rPr lang="fr-FR" sz="5400" dirty="0">
                <a:solidFill>
                  <a:schemeClr val="bg1"/>
                </a:solidFill>
                <a:latin typeface="Comic Sans MS" panose="030F0902030302020204" pitchFamily="66" charset="0"/>
              </a:rPr>
              <a:t>Nébuleuse</a:t>
            </a:r>
          </a:p>
        </p:txBody>
      </p:sp>
    </p:spTree>
    <p:extLst>
      <p:ext uri="{BB962C8B-B14F-4D97-AF65-F5344CB8AC3E}">
        <p14:creationId xmlns:p14="http://schemas.microsoft.com/office/powerpoint/2010/main" val="43065478"/>
      </p:ext>
    </p:extLst>
  </p:cSld>
  <p:clrMapOvr>
    <a:masterClrMapping/>
  </p:clrMapOvr>
  <p:transition spd="slow">
    <p:wip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47BECD-B037-2475-1235-F4363B4E5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9B8DF845-0438-5EAE-C84D-671140A25742}"/>
              </a:ext>
            </a:extLst>
          </p:cNvPr>
          <p:cNvSpPr/>
          <p:nvPr/>
        </p:nvSpPr>
        <p:spPr>
          <a:xfrm>
            <a:off x="3750782" y="872994"/>
            <a:ext cx="3993511" cy="5403346"/>
          </a:xfrm>
          <a:prstGeom prst="rect">
            <a:avLst/>
          </a:prstGeom>
          <a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5800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bIns="0" rtlCol="0" anchor="b" anchorCtr="0"/>
          <a:lstStyle/>
          <a:p>
            <a:pPr algn="ctr"/>
            <a:r>
              <a:rPr lang="fr-FR" sz="4000" dirty="0">
                <a:solidFill>
                  <a:schemeClr val="bg1"/>
                </a:solidFill>
                <a:latin typeface="Comic Sans MS" panose="030F0902030302020204" pitchFamily="66" charset="0"/>
              </a:rPr>
              <a:t>Trou noir</a:t>
            </a:r>
          </a:p>
        </p:txBody>
      </p:sp>
    </p:spTree>
    <p:extLst>
      <p:ext uri="{BB962C8B-B14F-4D97-AF65-F5344CB8AC3E}">
        <p14:creationId xmlns:p14="http://schemas.microsoft.com/office/powerpoint/2010/main" val="4185013038"/>
      </p:ext>
    </p:extLst>
  </p:cSld>
  <p:clrMapOvr>
    <a:masterClrMapping/>
  </p:clrMapOvr>
  <p:transition spd="slow">
    <p:push dir="u"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44E1EC-1B97-492D-C5A6-6F3B0CAA0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EE153AD8-E38B-9892-CB2F-F29086F67D92}"/>
              </a:ext>
            </a:extLst>
          </p:cNvPr>
          <p:cNvSpPr/>
          <p:nvPr/>
        </p:nvSpPr>
        <p:spPr>
          <a:xfrm>
            <a:off x="4099244" y="727327"/>
            <a:ext cx="3993511" cy="5403346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bIns="0" rtlCol="0" anchor="b" anchorCtr="0"/>
          <a:lstStyle/>
          <a:p>
            <a:pPr algn="ctr"/>
            <a:r>
              <a:rPr lang="fr-FR" sz="3900" dirty="0">
                <a:solidFill>
                  <a:schemeClr val="bg1"/>
                </a:solidFill>
                <a:latin typeface="Comic Sans MS" panose="030F0902030302020204" pitchFamily="66" charset="0"/>
              </a:rPr>
              <a:t>Etoile à neutrons</a:t>
            </a:r>
          </a:p>
        </p:txBody>
      </p:sp>
    </p:spTree>
    <p:extLst>
      <p:ext uri="{BB962C8B-B14F-4D97-AF65-F5344CB8AC3E}">
        <p14:creationId xmlns:p14="http://schemas.microsoft.com/office/powerpoint/2010/main" val="217385621"/>
      </p:ext>
    </p:extLst>
  </p:cSld>
  <p:clrMapOvr>
    <a:masterClrMapping/>
  </p:clrMapOvr>
  <p:transition spd="slow">
    <p:push dir="r"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7BA161-40E3-362E-0F14-C9490A27D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8C52EC0A-EC02-8B66-F151-A4DB175AEE7B}"/>
              </a:ext>
            </a:extLst>
          </p:cNvPr>
          <p:cNvSpPr/>
          <p:nvPr/>
        </p:nvSpPr>
        <p:spPr>
          <a:xfrm>
            <a:off x="3750782" y="872994"/>
            <a:ext cx="3993511" cy="5403346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bIns="0" rtlCol="0" anchor="b" anchorCtr="0"/>
          <a:lstStyle/>
          <a:p>
            <a:pPr algn="ctr"/>
            <a:r>
              <a:rPr lang="fr-FR" sz="5400" dirty="0">
                <a:solidFill>
                  <a:schemeClr val="bg1"/>
                </a:solidFill>
                <a:latin typeface="Comic Sans MS" panose="030F0902030302020204" pitchFamily="66" charset="0"/>
              </a:rPr>
              <a:t>Naine brune</a:t>
            </a:r>
          </a:p>
        </p:txBody>
      </p:sp>
    </p:spTree>
    <p:extLst>
      <p:ext uri="{BB962C8B-B14F-4D97-AF65-F5344CB8AC3E}">
        <p14:creationId xmlns:p14="http://schemas.microsoft.com/office/powerpoint/2010/main" val="1138670981"/>
      </p:ext>
    </p:extLst>
  </p:cSld>
  <p:clrMapOvr>
    <a:masterClrMapping/>
  </p:clrMapOvr>
  <p:transition spd="slow">
    <p:push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4CF6C0-ABFA-3332-0ADF-156DF7C74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52AD83E3-548C-8E61-B226-E2866DB7700B}"/>
              </a:ext>
            </a:extLst>
          </p:cNvPr>
          <p:cNvSpPr/>
          <p:nvPr/>
        </p:nvSpPr>
        <p:spPr>
          <a:xfrm>
            <a:off x="3750782" y="872994"/>
            <a:ext cx="3993511" cy="5403346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bIns="0" rtlCol="0" anchor="b" anchorCtr="0"/>
          <a:lstStyle/>
          <a:p>
            <a:pPr algn="ctr"/>
            <a:r>
              <a:rPr lang="fr-FR" sz="4800" dirty="0">
                <a:solidFill>
                  <a:schemeClr val="bg1"/>
                </a:solidFill>
                <a:latin typeface="Comic Sans MS" panose="030F0902030302020204" pitchFamily="66" charset="0"/>
              </a:rPr>
              <a:t>Géante bleue</a:t>
            </a:r>
          </a:p>
        </p:txBody>
      </p:sp>
    </p:spTree>
    <p:extLst>
      <p:ext uri="{BB962C8B-B14F-4D97-AF65-F5344CB8AC3E}">
        <p14:creationId xmlns:p14="http://schemas.microsoft.com/office/powerpoint/2010/main" val="4097552699"/>
      </p:ext>
    </p:extLst>
  </p:cSld>
  <p:clrMapOvr>
    <a:masterClrMapping/>
  </p:clrMapOvr>
  <p:transition spd="med">
    <p:pull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E40B4C-0320-B2D2-2973-97F80EEDA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tangle 58">
            <a:extLst>
              <a:ext uri="{FF2B5EF4-FFF2-40B4-BE49-F238E27FC236}">
                <a16:creationId xmlns:a16="http://schemas.microsoft.com/office/drawing/2014/main" id="{BA9F441C-7919-825C-37E1-50166803D225}"/>
              </a:ext>
            </a:extLst>
          </p:cNvPr>
          <p:cNvSpPr/>
          <p:nvPr/>
        </p:nvSpPr>
        <p:spPr>
          <a:xfrm>
            <a:off x="3750782" y="872994"/>
            <a:ext cx="3993511" cy="5403346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bIns="0" rtlCol="0" anchor="b" anchorCtr="0"/>
          <a:lstStyle/>
          <a:p>
            <a:pPr algn="ctr"/>
            <a:r>
              <a:rPr lang="fr-FR" sz="4800" dirty="0">
                <a:solidFill>
                  <a:schemeClr val="bg1"/>
                </a:solidFill>
                <a:latin typeface="Comic Sans MS" panose="030F0902030302020204" pitchFamily="66" charset="0"/>
              </a:rPr>
              <a:t>Supernova</a:t>
            </a:r>
          </a:p>
        </p:txBody>
      </p:sp>
    </p:spTree>
    <p:extLst>
      <p:ext uri="{BB962C8B-B14F-4D97-AF65-F5344CB8AC3E}">
        <p14:creationId xmlns:p14="http://schemas.microsoft.com/office/powerpoint/2010/main" val="3413104426"/>
      </p:ext>
    </p:extLst>
  </p:cSld>
  <p:clrMapOvr>
    <a:masterClrMapping/>
  </p:clrMapOvr>
  <p:transition spd="slow">
    <p:push dir="d"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1D251B-BCAF-BB4B-A102-9ED06E31E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7B80C91-0724-CE7C-A272-56C078A90CD6}"/>
              </a:ext>
            </a:extLst>
          </p:cNvPr>
          <p:cNvSpPr/>
          <p:nvPr/>
        </p:nvSpPr>
        <p:spPr>
          <a:xfrm>
            <a:off x="3750782" y="872994"/>
            <a:ext cx="3993511" cy="5403346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bIns="0" rtlCol="0" anchor="b" anchorCtr="0"/>
          <a:lstStyle/>
          <a:p>
            <a:pPr algn="ctr"/>
            <a:r>
              <a:rPr lang="fr-FR" sz="5400" dirty="0">
                <a:solidFill>
                  <a:schemeClr val="bg1"/>
                </a:solidFill>
                <a:latin typeface="Comic Sans MS" panose="030F0902030302020204" pitchFamily="66" charset="0"/>
              </a:rPr>
              <a:t>Naine rouge</a:t>
            </a:r>
          </a:p>
        </p:txBody>
      </p:sp>
    </p:spTree>
    <p:extLst>
      <p:ext uri="{BB962C8B-B14F-4D97-AF65-F5344CB8AC3E}">
        <p14:creationId xmlns:p14="http://schemas.microsoft.com/office/powerpoint/2010/main" val="3992138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D0BFFA-B73A-4DD1-0E20-E7293B6C4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FE8E49B-12C9-4F80-1D38-0D007C08529E}"/>
              </a:ext>
            </a:extLst>
          </p:cNvPr>
          <p:cNvSpPr/>
          <p:nvPr/>
        </p:nvSpPr>
        <p:spPr>
          <a:xfrm>
            <a:off x="3722227" y="867377"/>
            <a:ext cx="3993511" cy="5403346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bIns="0" rtlCol="0" anchor="b" anchorCtr="0"/>
          <a:lstStyle/>
          <a:p>
            <a:pPr algn="ctr"/>
            <a:r>
              <a:rPr lang="fr-FR" sz="4800" dirty="0">
                <a:solidFill>
                  <a:schemeClr val="bg1"/>
                </a:solidFill>
                <a:latin typeface="Comic Sans MS" panose="030F0902030302020204" pitchFamily="66" charset="0"/>
              </a:rPr>
              <a:t>Naine jaune</a:t>
            </a:r>
          </a:p>
        </p:txBody>
      </p:sp>
    </p:spTree>
    <p:extLst>
      <p:ext uri="{BB962C8B-B14F-4D97-AF65-F5344CB8AC3E}">
        <p14:creationId xmlns:p14="http://schemas.microsoft.com/office/powerpoint/2010/main" val="1887979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2214E1-7751-06C3-49A1-6C1F548FD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6CBB8DF-B370-6370-6E76-B44D635C6AD1}"/>
              </a:ext>
            </a:extLst>
          </p:cNvPr>
          <p:cNvSpPr/>
          <p:nvPr/>
        </p:nvSpPr>
        <p:spPr>
          <a:xfrm>
            <a:off x="3750782" y="872994"/>
            <a:ext cx="3993511" cy="5403346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bIns="0" rtlCol="0" anchor="b" anchorCtr="0"/>
          <a:lstStyle/>
          <a:p>
            <a:pPr algn="ctr"/>
            <a:r>
              <a:rPr lang="fr-FR" sz="4800" dirty="0">
                <a:solidFill>
                  <a:schemeClr val="bg1"/>
                </a:solidFill>
                <a:latin typeface="Comic Sans MS" panose="030F0902030302020204" pitchFamily="66" charset="0"/>
              </a:rPr>
              <a:t>Géante rouge</a:t>
            </a:r>
          </a:p>
        </p:txBody>
      </p:sp>
    </p:spTree>
    <p:extLst>
      <p:ext uri="{BB962C8B-B14F-4D97-AF65-F5344CB8AC3E}">
        <p14:creationId xmlns:p14="http://schemas.microsoft.com/office/powerpoint/2010/main" val="1769550465"/>
      </p:ext>
    </p:extLst>
  </p:cSld>
  <p:clrMapOvr>
    <a:masterClrMapping/>
  </p:clrMapOvr>
  <p:transition spd="slow">
    <p:push dir="r"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FD0AAA-F6AB-1E8A-8B35-D4097291D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F8CD331-99BF-B6FB-538E-2E1C5201E310}"/>
              </a:ext>
            </a:extLst>
          </p:cNvPr>
          <p:cNvSpPr/>
          <p:nvPr/>
        </p:nvSpPr>
        <p:spPr>
          <a:xfrm>
            <a:off x="3750782" y="872994"/>
            <a:ext cx="3993511" cy="5403346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bIns="0" rtlCol="0" anchor="b" anchorCtr="0"/>
          <a:lstStyle/>
          <a:p>
            <a:pPr algn="ctr"/>
            <a:r>
              <a:rPr lang="fr-FR" sz="4800" dirty="0">
                <a:solidFill>
                  <a:schemeClr val="bg1"/>
                </a:solidFill>
                <a:latin typeface="Comic Sans MS" panose="030F0902030302020204" pitchFamily="66" charset="0"/>
              </a:rPr>
              <a:t>Nébuleuse planétaire</a:t>
            </a:r>
          </a:p>
        </p:txBody>
      </p:sp>
    </p:spTree>
    <p:extLst>
      <p:ext uri="{BB962C8B-B14F-4D97-AF65-F5344CB8AC3E}">
        <p14:creationId xmlns:p14="http://schemas.microsoft.com/office/powerpoint/2010/main" val="4281513421"/>
      </p:ext>
    </p:extLst>
  </p:cSld>
  <p:clrMapOvr>
    <a:masterClrMapping/>
  </p:clrMapOvr>
  <p:transition spd="med">
    <p:pull dir="u"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EA65AB-ACBC-14C1-7F58-F98F9947D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052E4EC-1672-4A13-6101-96CEB07296D2}"/>
              </a:ext>
            </a:extLst>
          </p:cNvPr>
          <p:cNvSpPr/>
          <p:nvPr/>
        </p:nvSpPr>
        <p:spPr>
          <a:xfrm>
            <a:off x="3750782" y="872994"/>
            <a:ext cx="3993511" cy="5403346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bIns="0" rtlCol="0" anchor="b" anchorCtr="0"/>
          <a:lstStyle/>
          <a:p>
            <a:pPr algn="ctr"/>
            <a:r>
              <a:rPr lang="fr-FR" sz="4400" dirty="0">
                <a:solidFill>
                  <a:schemeClr val="bg1"/>
                </a:solidFill>
                <a:latin typeface="Comic Sans MS" panose="030F0902030302020204" pitchFamily="66" charset="0"/>
              </a:rPr>
              <a:t>Naine blanche</a:t>
            </a:r>
          </a:p>
        </p:txBody>
      </p:sp>
    </p:spTree>
    <p:extLst>
      <p:ext uri="{BB962C8B-B14F-4D97-AF65-F5344CB8AC3E}">
        <p14:creationId xmlns:p14="http://schemas.microsoft.com/office/powerpoint/2010/main" val="7210221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7EBD66-2387-44C3-BFCF-89B698E7D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e 7">
            <a:extLst>
              <a:ext uri="{FF2B5EF4-FFF2-40B4-BE49-F238E27FC236}">
                <a16:creationId xmlns:a16="http://schemas.microsoft.com/office/drawing/2014/main" id="{9747D09D-A17E-439E-1A4B-591EBED25ED9}"/>
              </a:ext>
            </a:extLst>
          </p:cNvPr>
          <p:cNvGrpSpPr/>
          <p:nvPr/>
        </p:nvGrpSpPr>
        <p:grpSpPr>
          <a:xfrm>
            <a:off x="1333498" y="24933"/>
            <a:ext cx="9525001" cy="6803572"/>
            <a:chOff x="1333498" y="24933"/>
            <a:chExt cx="9525001" cy="6803572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7D2EE88E-5C7B-53BB-EFDF-B10EE0169524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2694213" y="-1335782"/>
              <a:ext cx="6803572" cy="952500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45" name="Connecteur en arc 44">
              <a:extLst>
                <a:ext uri="{FF2B5EF4-FFF2-40B4-BE49-F238E27FC236}">
                  <a16:creationId xmlns:a16="http://schemas.microsoft.com/office/drawing/2014/main" id="{A8666EC1-EA29-615C-4D04-A1AA08546775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1344741" y="2123826"/>
              <a:ext cx="1849842" cy="234709"/>
            </a:xfrm>
            <a:prstGeom prst="curved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6" name="Connecteur en arc 45">
              <a:extLst>
                <a:ext uri="{FF2B5EF4-FFF2-40B4-BE49-F238E27FC236}">
                  <a16:creationId xmlns:a16="http://schemas.microsoft.com/office/drawing/2014/main" id="{38C8B734-CFC4-5276-8DFC-FA3A4282ED0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73360" y="2345093"/>
              <a:ext cx="925007" cy="1580749"/>
            </a:xfrm>
            <a:prstGeom prst="curved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Connecteur en arc 46">
              <a:extLst>
                <a:ext uri="{FF2B5EF4-FFF2-40B4-BE49-F238E27FC236}">
                  <a16:creationId xmlns:a16="http://schemas.microsoft.com/office/drawing/2014/main" id="{2DEE4E25-8EE4-B373-CDB2-878FC255833C}"/>
                </a:ext>
              </a:extLst>
            </p:cNvPr>
            <p:cNvCxnSpPr>
              <a:cxnSpLocks/>
            </p:cNvCxnSpPr>
            <p:nvPr/>
          </p:nvCxnSpPr>
          <p:spPr>
            <a:xfrm>
              <a:off x="2773360" y="3925842"/>
              <a:ext cx="925007" cy="229018"/>
            </a:xfrm>
            <a:prstGeom prst="curved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Connecteur en arc 47">
              <a:extLst>
                <a:ext uri="{FF2B5EF4-FFF2-40B4-BE49-F238E27FC236}">
                  <a16:creationId xmlns:a16="http://schemas.microsoft.com/office/drawing/2014/main" id="{76C5D73A-E852-1DAD-864D-15B29270C958}"/>
                </a:ext>
              </a:extLst>
            </p:cNvPr>
            <p:cNvCxnSpPr>
              <a:cxnSpLocks/>
            </p:cNvCxnSpPr>
            <p:nvPr/>
          </p:nvCxnSpPr>
          <p:spPr>
            <a:xfrm>
              <a:off x="4940472" y="4154860"/>
              <a:ext cx="432164" cy="14748"/>
            </a:xfrm>
            <a:prstGeom prst="curved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Connecteur en arc 48">
              <a:extLst>
                <a:ext uri="{FF2B5EF4-FFF2-40B4-BE49-F238E27FC236}">
                  <a16:creationId xmlns:a16="http://schemas.microsoft.com/office/drawing/2014/main" id="{9DBB53E6-90AB-6575-5D1C-09D92211A8D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16383" y="3800882"/>
              <a:ext cx="809550" cy="1582422"/>
            </a:xfrm>
            <a:prstGeom prst="curvedConnector3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0" name="Connecteur en arc 49">
              <a:extLst>
                <a:ext uri="{FF2B5EF4-FFF2-40B4-BE49-F238E27FC236}">
                  <a16:creationId xmlns:a16="http://schemas.microsoft.com/office/drawing/2014/main" id="{09EF42E7-EE0E-4103-0496-6F4EFFC7D069}"/>
                </a:ext>
              </a:extLst>
            </p:cNvPr>
            <p:cNvCxnSpPr>
              <a:cxnSpLocks/>
            </p:cNvCxnSpPr>
            <p:nvPr/>
          </p:nvCxnSpPr>
          <p:spPr>
            <a:xfrm>
              <a:off x="8516383" y="5383304"/>
              <a:ext cx="799702" cy="635082"/>
            </a:xfrm>
            <a:prstGeom prst="curvedConnector3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Connecteur en arc 50">
              <a:extLst>
                <a:ext uri="{FF2B5EF4-FFF2-40B4-BE49-F238E27FC236}">
                  <a16:creationId xmlns:a16="http://schemas.microsoft.com/office/drawing/2014/main" id="{A4DE7B5D-2929-3FC1-21AC-6CE3E2844A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14741" y="3412367"/>
              <a:ext cx="659538" cy="757241"/>
            </a:xfrm>
            <a:prstGeom prst="curvedConnector3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Connecteur en arc 51">
              <a:extLst>
                <a:ext uri="{FF2B5EF4-FFF2-40B4-BE49-F238E27FC236}">
                  <a16:creationId xmlns:a16="http://schemas.microsoft.com/office/drawing/2014/main" id="{3D99D92C-880D-272F-D376-D4D06835C841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7717627" y="2253705"/>
              <a:ext cx="576627" cy="221216"/>
            </a:xfrm>
            <a:prstGeom prst="curvedConnector3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3" name="Connecteur en arc 52">
              <a:extLst>
                <a:ext uri="{FF2B5EF4-FFF2-40B4-BE49-F238E27FC236}">
                  <a16:creationId xmlns:a16="http://schemas.microsoft.com/office/drawing/2014/main" id="{36F6C363-32B4-8C1D-E8DE-D00FE19341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40472" y="1316259"/>
              <a:ext cx="2555023" cy="1028834"/>
            </a:xfrm>
            <a:prstGeom prst="curved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Connecteur en arc 54">
              <a:extLst>
                <a:ext uri="{FF2B5EF4-FFF2-40B4-BE49-F238E27FC236}">
                  <a16:creationId xmlns:a16="http://schemas.microsoft.com/office/drawing/2014/main" id="{2D678FCB-7FD0-5BB9-6BFE-E7AC3FEE7D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40472" y="4169608"/>
              <a:ext cx="432164" cy="1795020"/>
            </a:xfrm>
            <a:prstGeom prst="curved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6" name="Connecteur en arc 55">
              <a:extLst>
                <a:ext uri="{FF2B5EF4-FFF2-40B4-BE49-F238E27FC236}">
                  <a16:creationId xmlns:a16="http://schemas.microsoft.com/office/drawing/2014/main" id="{74829226-F6D8-42F0-504F-99DA7B1CB2F1}"/>
                </a:ext>
              </a:extLst>
            </p:cNvPr>
            <p:cNvCxnSpPr>
              <a:cxnSpLocks/>
            </p:cNvCxnSpPr>
            <p:nvPr/>
          </p:nvCxnSpPr>
          <p:spPr>
            <a:xfrm>
              <a:off x="2773360" y="3925842"/>
              <a:ext cx="925007" cy="2038786"/>
            </a:xfrm>
            <a:prstGeom prst="curved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8" name="Connecteur en arc 57">
              <a:extLst>
                <a:ext uri="{FF2B5EF4-FFF2-40B4-BE49-F238E27FC236}">
                  <a16:creationId xmlns:a16="http://schemas.microsoft.com/office/drawing/2014/main" id="{E08D9BA8-CC19-0D88-1E0C-9FF5582E2ABF}"/>
                </a:ext>
              </a:extLst>
            </p:cNvPr>
            <p:cNvCxnSpPr>
              <a:cxnSpLocks/>
            </p:cNvCxnSpPr>
            <p:nvPr/>
          </p:nvCxnSpPr>
          <p:spPr>
            <a:xfrm>
              <a:off x="6614741" y="4171890"/>
              <a:ext cx="659537" cy="1213696"/>
            </a:xfrm>
            <a:prstGeom prst="curved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F8D4E2F8-6B10-51E7-7394-C3F4AB1FE6F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531254" y="3109389"/>
              <a:ext cx="1269964" cy="1692000"/>
            </a:xfrm>
            <a:prstGeom prst="rect">
              <a:avLst/>
            </a:prstGeom>
            <a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bIns="0" rtlCol="0" anchor="b" anchorCtr="0"/>
            <a:lstStyle/>
            <a:p>
              <a:pPr algn="ctr"/>
              <a:r>
                <a:rPr lang="fr-FR" dirty="0">
                  <a:solidFill>
                    <a:schemeClr val="bg1"/>
                  </a:solidFill>
                </a:rPr>
                <a:t>Nébuleuse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0BB46DE6-F0A4-4190-9402-B687C405B69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311185" y="5095578"/>
              <a:ext cx="1269962" cy="1692000"/>
            </a:xfrm>
            <a:prstGeom prst="rect">
              <a:avLst/>
            </a:prstGeom>
            <a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bIns="0" rtlCol="0" anchor="b" anchorCtr="0"/>
            <a:lstStyle/>
            <a:p>
              <a:pPr algn="ctr"/>
              <a:r>
                <a:rPr lang="fr-FR" dirty="0">
                  <a:solidFill>
                    <a:schemeClr val="bg1"/>
                  </a:solidFill>
                </a:rPr>
                <a:t>Trou noir 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21306130-E21B-EF32-8C0A-EF36648D017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311185" y="3043421"/>
              <a:ext cx="1269962" cy="1692000"/>
            </a:xfrm>
            <a:prstGeom prst="rect">
              <a:avLst/>
            </a:prstGeom>
            <a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bIns="0" rtlCol="0" anchor="b" anchorCtr="0"/>
            <a:lstStyle/>
            <a:p>
              <a:pPr algn="ctr"/>
              <a:r>
                <a:rPr lang="fr-FR" sz="1200" dirty="0">
                  <a:solidFill>
                    <a:schemeClr val="bg1"/>
                  </a:solidFill>
                </a:rPr>
                <a:t>Etoile à neutrons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472795F-9B66-DE64-B534-D242480F518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387018" y="558798"/>
              <a:ext cx="1269962" cy="1692000"/>
            </a:xfrm>
            <a:prstGeom prst="rect">
              <a:avLst/>
            </a:prstGeom>
            <a:blipFill>
              <a:blip r:embed="rId7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bIns="0" rtlCol="0" anchor="b" anchorCtr="0"/>
            <a:lstStyle/>
            <a:p>
              <a:pPr algn="ctr"/>
              <a:r>
                <a:rPr lang="fr-FR" sz="1600" dirty="0">
                  <a:solidFill>
                    <a:schemeClr val="bg1"/>
                  </a:solidFill>
                </a:rPr>
                <a:t>Naine brune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8810E071-C2BE-8C57-C601-0B20BFF79FD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698369" y="5059686"/>
              <a:ext cx="1269963" cy="1692000"/>
            </a:xfrm>
            <a:prstGeom prst="rect">
              <a:avLst/>
            </a:prstGeom>
            <a:blipFill>
              <a:blip r:embed="rId8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bIns="0" rtlCol="0" anchor="b" anchorCtr="0"/>
            <a:lstStyle/>
            <a:p>
              <a:pPr algn="ctr"/>
              <a:r>
                <a:rPr lang="fr-FR" sz="1600" dirty="0">
                  <a:solidFill>
                    <a:schemeClr val="bg1"/>
                  </a:solidFill>
                </a:rPr>
                <a:t>Géante bleue</a:t>
              </a:r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3AED9660-D894-CB76-03E5-4C7A4C59A81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274279" y="4597210"/>
              <a:ext cx="1269962" cy="1692000"/>
            </a:xfrm>
            <a:prstGeom prst="rect">
              <a:avLst/>
            </a:prstGeom>
            <a:blipFill>
              <a:blip r:embed="rId9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bIns="0" rtlCol="0" anchor="b" anchorCtr="0"/>
            <a:lstStyle/>
            <a:p>
              <a:pPr algn="ctr"/>
              <a:r>
                <a:rPr lang="fr-FR" dirty="0">
                  <a:solidFill>
                    <a:schemeClr val="bg1"/>
                  </a:solidFill>
                </a:rPr>
                <a:t>Supernova</a:t>
              </a: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E0E1DEA-B2AF-7859-9977-6241EEE801A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698368" y="1587632"/>
              <a:ext cx="1269962" cy="1692000"/>
            </a:xfrm>
            <a:prstGeom prst="rect">
              <a:avLst/>
            </a:prstGeom>
            <a:blipFill>
              <a:blip r:embed="rId10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bIns="0" rtlCol="0" anchor="b" anchorCtr="0"/>
            <a:lstStyle/>
            <a:p>
              <a:pPr algn="ctr"/>
              <a:r>
                <a:rPr lang="fr-FR" sz="1600" dirty="0">
                  <a:solidFill>
                    <a:schemeClr val="bg1"/>
                  </a:solidFill>
                </a:rPr>
                <a:t>Naine rouge</a:t>
              </a:r>
            </a:p>
          </p:txBody>
        </p:sp>
        <p:sp>
          <p:nvSpPr>
            <p:cNvPr id="7" name="ZoneTexte 6">
              <a:extLst>
                <a:ext uri="{FF2B5EF4-FFF2-40B4-BE49-F238E27FC236}">
                  <a16:creationId xmlns:a16="http://schemas.microsoft.com/office/drawing/2014/main" id="{F41FDBA1-89C6-F65A-B379-4AA2AB5FE519}"/>
                </a:ext>
              </a:extLst>
            </p:cNvPr>
            <p:cNvSpPr txBox="1"/>
            <p:nvPr/>
          </p:nvSpPr>
          <p:spPr>
            <a:xfrm>
              <a:off x="3446007" y="77734"/>
              <a:ext cx="500687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800" dirty="0">
                  <a:latin typeface="Comic Sans MS" panose="030F0902030302020204" pitchFamily="66" charset="0"/>
                </a:rPr>
                <a:t>Schéma de la vie d’une Etoile</a:t>
              </a: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917FEDB7-B1B6-B7C7-12BA-51B2DB2CA5A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698368" y="3323659"/>
              <a:ext cx="1269962" cy="1692000"/>
            </a:xfrm>
            <a:prstGeom prst="rect">
              <a:avLst/>
            </a:prstGeom>
            <a:blipFill>
              <a:blip r:embed="rId11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bIns="0" rtlCol="0" anchor="b" anchorCtr="0"/>
            <a:lstStyle/>
            <a:p>
              <a:pPr algn="ctr"/>
              <a:r>
                <a:rPr lang="fr-FR" dirty="0">
                  <a:solidFill>
                    <a:schemeClr val="bg1"/>
                  </a:solidFill>
                </a:rPr>
                <a:t>Naine jaune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ED2F2E0-4003-3373-3EA8-28474D5A9F2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383884" y="3408102"/>
              <a:ext cx="1269962" cy="1692000"/>
            </a:xfrm>
            <a:prstGeom prst="rect">
              <a:avLst/>
            </a:prstGeom>
            <a:blipFill>
              <a:blip r:embed="rId12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bIns="0" rtlCol="0" anchor="b" anchorCtr="0"/>
            <a:lstStyle/>
            <a:p>
              <a:pPr algn="ctr"/>
              <a:r>
                <a:rPr lang="fr-FR" sz="1400" dirty="0">
                  <a:solidFill>
                    <a:schemeClr val="bg1"/>
                  </a:solidFill>
                </a:rPr>
                <a:t>Géante rouge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64F7A21-0840-2E87-88C1-E8A30804AA6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274279" y="2640158"/>
              <a:ext cx="1269962" cy="1692000"/>
            </a:xfrm>
            <a:prstGeom prst="rect">
              <a:avLst/>
            </a:prstGeom>
            <a:blipFill>
              <a:blip r:embed="rId13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bIns="0" rtlCol="0" anchor="b" anchorCtr="0"/>
            <a:lstStyle/>
            <a:p>
              <a:pPr algn="ctr">
                <a:spcAft>
                  <a:spcPts val="500"/>
                </a:spcAft>
              </a:pPr>
              <a:r>
                <a:rPr lang="fr-FR" sz="1600" dirty="0">
                  <a:solidFill>
                    <a:schemeClr val="bg1"/>
                  </a:solidFill>
                </a:rPr>
                <a:t>Nébuleuse planétaire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4007F94-9E7F-A319-EA53-F3B10443A0B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495495" y="558798"/>
              <a:ext cx="1269962" cy="1692000"/>
            </a:xfrm>
            <a:prstGeom prst="rect">
              <a:avLst/>
            </a:prstGeom>
            <a:blipFill>
              <a:blip r:embed="rId1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bIns="0" rtlCol="0" anchor="b" anchorCtr="0"/>
            <a:lstStyle/>
            <a:p>
              <a:pPr algn="ctr"/>
              <a:r>
                <a:rPr lang="fr-FR" sz="1400" dirty="0">
                  <a:solidFill>
                    <a:schemeClr val="bg1"/>
                  </a:solidFill>
                </a:rPr>
                <a:t>Naine blanche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9693689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urtains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olis">
  <a:themeElements>
    <a:clrScheme name="Colis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Colis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olis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71C241A9-A460-4AD1-916F-25308628A5BC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20459</TotalTime>
  <Words>824</Words>
  <Application>Microsoft Macintosh PowerPoint</Application>
  <PresentationFormat>Grand écran</PresentationFormat>
  <Paragraphs>226</Paragraphs>
  <Slides>56</Slides>
  <Notes>27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56</vt:i4>
      </vt:variant>
    </vt:vector>
  </HeadingPairs>
  <TitlesOfParts>
    <vt:vector size="63" baseType="lpstr">
      <vt:lpstr>Aptos</vt:lpstr>
      <vt:lpstr>Arial</vt:lpstr>
      <vt:lpstr>Arial Rounded MT Bold</vt:lpstr>
      <vt:lpstr>Comic Sans MS</vt:lpstr>
      <vt:lpstr>Gill Sans MT</vt:lpstr>
      <vt:lpstr>Mongolian Baiti</vt:lpstr>
      <vt:lpstr>Colis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Enzo Chen (Student at CentraleSupelec)</dc:creator>
  <cp:lastModifiedBy>Enzo Chen (Student at CentraleSupelec)</cp:lastModifiedBy>
  <cp:revision>38</cp:revision>
  <dcterms:created xsi:type="dcterms:W3CDTF">2026-02-16T20:28:42Z</dcterms:created>
  <dcterms:modified xsi:type="dcterms:W3CDTF">2026-06-05T16:41:55Z</dcterms:modified>
</cp:coreProperties>
</file>